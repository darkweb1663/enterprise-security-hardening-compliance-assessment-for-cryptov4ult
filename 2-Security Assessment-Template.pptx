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Lst>
  <p:notesMasterIdLst>
    <p:notesMasterId r:id="rId26"/>
  </p:notesMasterIdLst>
  <p:sldIdLst>
    <p:sldId id="256" r:id="rId3"/>
    <p:sldId id="258" r:id="rId4"/>
    <p:sldId id="259" r:id="rId5"/>
    <p:sldId id="260" r:id="rId6"/>
    <p:sldId id="263" r:id="rId7"/>
    <p:sldId id="264" r:id="rId8"/>
    <p:sldId id="265" r:id="rId9"/>
    <p:sldId id="267" r:id="rId10"/>
    <p:sldId id="268" r:id="rId11"/>
    <p:sldId id="269" r:id="rId12"/>
    <p:sldId id="270" r:id="rId13"/>
    <p:sldId id="271" r:id="rId14"/>
    <p:sldId id="272" r:id="rId15"/>
    <p:sldId id="273" r:id="rId16"/>
    <p:sldId id="274" r:id="rId17"/>
    <p:sldId id="275" r:id="rId18"/>
    <p:sldId id="277" r:id="rId19"/>
    <p:sldId id="278" r:id="rId20"/>
    <p:sldId id="279" r:id="rId21"/>
    <p:sldId id="280" r:id="rId22"/>
    <p:sldId id="281" r:id="rId23"/>
    <p:sldId id="282" r:id="rId24"/>
    <p:sldId id="283" r:id="rId25"/>
  </p:sldIdLst>
  <p:sldSz cx="6858000" cy="9144000" type="screen4x3"/>
  <p:notesSz cx="6858000" cy="9144000"/>
  <p:embeddedFontLst>
    <p:embeddedFont>
      <p:font typeface="Corbel" panose="020B0503020204020204" pitchFamily="34" charset="0"/>
      <p:regular r:id="rId27"/>
      <p:bold r:id="rId28"/>
      <p:italic r:id="rId29"/>
      <p:boldItalic r:id="rId30"/>
    </p:embeddedFont>
    <p:embeddedFont>
      <p:font typeface="Helvetica Neue" panose="020B0604020202020204" charset="0"/>
      <p:regular r:id="rId31"/>
      <p:bold r:id="rId32"/>
      <p:italic r:id="rId33"/>
      <p:boldItalic r:id="rId34"/>
    </p:embeddedFont>
    <p:embeddedFont>
      <p:font typeface="Open Sans" panose="020B0606030504020204" pitchFamily="34" charset="0"/>
      <p:regular r:id="rId35"/>
      <p:bold r:id="rId36"/>
      <p:italic r:id="rId37"/>
      <p:boldItalic r:id="rId38"/>
    </p:embeddedFont>
    <p:embeddedFont>
      <p:font typeface="Open Sans Light" panose="020B0306030504020204" pitchFamily="34" charset="0"/>
      <p:regular r:id="rId39"/>
      <p:bold r:id="rId40"/>
      <p:italic r:id="rId41"/>
      <p:boldItalic r:id="rId42"/>
    </p:embeddedFont>
    <p:embeddedFont>
      <p:font typeface="Open Sans Medium" panose="020B0604020202020204"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6" roundtripDataSignature="AMtx7mgusSMK83iEbQm90ZUOjwV2buJNC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6DBA037-5822-4F53-A53A-243C1EEF8FA9}">
  <a:tblStyle styleId="{26DBA037-5822-4F53-A53A-243C1EEF8FA9}"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92" d="100"/>
          <a:sy n="92" d="100"/>
        </p:scale>
        <p:origin x="1848" y="-74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9" Type="http://schemas.openxmlformats.org/officeDocument/2006/relationships/font" Target="fonts/font13.fntdata"/><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font" Target="fonts/font8.fntdata"/><Relationship Id="rId42" Type="http://schemas.openxmlformats.org/officeDocument/2006/relationships/font" Target="fonts/font16.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7.fntdata"/><Relationship Id="rId38" Type="http://schemas.openxmlformats.org/officeDocument/2006/relationships/font" Target="fonts/font12.fntdata"/><Relationship Id="rId46" Type="http://schemas.openxmlformats.org/officeDocument/2006/relationships/font" Target="fonts/font20.fntdata"/><Relationship Id="rId59"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3.fntdata"/><Relationship Id="rId41"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45" Type="http://schemas.openxmlformats.org/officeDocument/2006/relationships/font" Target="fonts/font19.fntdata"/><Relationship Id="rId58"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2.fntdata"/><Relationship Id="rId36" Type="http://schemas.openxmlformats.org/officeDocument/2006/relationships/font" Target="fonts/font10.fntdata"/><Relationship Id="rId57"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5.fntdata"/><Relationship Id="rId44" Type="http://schemas.openxmlformats.org/officeDocument/2006/relationships/font" Target="fonts/font18.fntdata"/><Relationship Id="rId60"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56" Type="http://customschemas.google.com/relationships/presentationmetadata" Target="metadata"/><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271713" y="1143000"/>
            <a:ext cx="231457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1:notes"/>
          <p:cNvSpPr>
            <a:spLocks noGrp="1" noRot="1" noChangeAspect="1"/>
          </p:cNvSpPr>
          <p:nvPr>
            <p:ph type="sldImg" idx="2"/>
          </p:nvPr>
        </p:nvSpPr>
        <p:spPr>
          <a:xfrm>
            <a:off x="2271713" y="1143000"/>
            <a:ext cx="231457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3:notes"/>
          <p:cNvSpPr>
            <a:spLocks noGrp="1" noRot="1" noChangeAspect="1"/>
          </p:cNvSpPr>
          <p:nvPr>
            <p:ph type="sldImg" idx="2"/>
          </p:nvPr>
        </p:nvSpPr>
        <p:spPr>
          <a:xfrm>
            <a:off x="2271713" y="1143000"/>
            <a:ext cx="231457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4: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 name="Google Shape;158;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5:notes"/>
          <p:cNvSpPr>
            <a:spLocks noGrp="1" noRot="1" noChangeAspect="1"/>
          </p:cNvSpPr>
          <p:nvPr>
            <p:ph type="sldImg" idx="2"/>
          </p:nvPr>
        </p:nvSpPr>
        <p:spPr>
          <a:xfrm>
            <a:off x="2271713" y="1143000"/>
            <a:ext cx="231457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 name="Google Shape;181;p8:notes"/>
          <p:cNvSpPr>
            <a:spLocks noGrp="1" noRot="1" noChangeAspect="1"/>
          </p:cNvSpPr>
          <p:nvPr>
            <p:ph type="sldImg" idx="2"/>
          </p:nvPr>
        </p:nvSpPr>
        <p:spPr>
          <a:xfrm>
            <a:off x="2271713" y="1143000"/>
            <a:ext cx="231457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9:notes"/>
          <p:cNvSpPr>
            <a:spLocks noGrp="1" noRot="1" noChangeAspect="1"/>
          </p:cNvSpPr>
          <p:nvPr>
            <p:ph type="sldImg" idx="2"/>
          </p:nvPr>
        </p:nvSpPr>
        <p:spPr>
          <a:xfrm>
            <a:off x="2271713" y="1143000"/>
            <a:ext cx="231457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3" name="Google Shape;193;p10:notes"/>
          <p:cNvSpPr>
            <a:spLocks noGrp="1" noRot="1" noChangeAspect="1"/>
          </p:cNvSpPr>
          <p:nvPr>
            <p:ph type="sldImg" idx="2"/>
          </p:nvPr>
        </p:nvSpPr>
        <p:spPr>
          <a:xfrm>
            <a:off x="2271713" y="1143000"/>
            <a:ext cx="231457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05" name="Google Shape;205;p12:notes"/>
          <p:cNvSpPr>
            <a:spLocks noGrp="1" noRot="1" noChangeAspect="1"/>
          </p:cNvSpPr>
          <p:nvPr>
            <p:ph type="sldImg" idx="2"/>
          </p:nvPr>
        </p:nvSpPr>
        <p:spPr>
          <a:xfrm>
            <a:off x="2271713" y="1143000"/>
            <a:ext cx="231457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 name="Google Shape;211;p13:notes"/>
          <p:cNvSpPr>
            <a:spLocks noGrp="1" noRot="1" noChangeAspect="1"/>
          </p:cNvSpPr>
          <p:nvPr>
            <p:ph type="sldImg" idx="2"/>
          </p:nvPr>
        </p:nvSpPr>
        <p:spPr>
          <a:xfrm>
            <a:off x="2271713" y="1143000"/>
            <a:ext cx="231457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4: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6" name="Google Shape;216;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15:notes"/>
          <p:cNvSpPr>
            <a:spLocks noGrp="1" noRot="1" noChangeAspect="1"/>
          </p:cNvSpPr>
          <p:nvPr>
            <p:ph type="sldImg" idx="2"/>
          </p:nvPr>
        </p:nvSpPr>
        <p:spPr>
          <a:xfrm>
            <a:off x="2271713" y="1143000"/>
            <a:ext cx="231457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8" name="Google Shape;228;p16:notes"/>
          <p:cNvSpPr>
            <a:spLocks noGrp="1" noRot="1" noChangeAspect="1"/>
          </p:cNvSpPr>
          <p:nvPr>
            <p:ph type="sldImg" idx="2"/>
          </p:nvPr>
        </p:nvSpPr>
        <p:spPr>
          <a:xfrm>
            <a:off x="2271713" y="1143000"/>
            <a:ext cx="231457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4" name="Google Shape;234;p17:notes"/>
          <p:cNvSpPr>
            <a:spLocks noGrp="1" noRot="1" noChangeAspect="1"/>
          </p:cNvSpPr>
          <p:nvPr>
            <p:ph type="sldImg" idx="2"/>
          </p:nvPr>
        </p:nvSpPr>
        <p:spPr>
          <a:xfrm>
            <a:off x="2271713" y="1143000"/>
            <a:ext cx="231457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18: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0" name="Google Shape;240;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6" name="Google Shape;246;p19:notes"/>
          <p:cNvSpPr>
            <a:spLocks noGrp="1" noRot="1" noChangeAspect="1"/>
          </p:cNvSpPr>
          <p:nvPr>
            <p:ph type="sldImg" idx="2"/>
          </p:nvPr>
        </p:nvSpPr>
        <p:spPr>
          <a:xfrm>
            <a:off x="2271713" y="1143000"/>
            <a:ext cx="231457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4" name="Google Shape;254;p20:notes"/>
          <p:cNvSpPr>
            <a:spLocks noGrp="1" noRot="1" noChangeAspect="1"/>
          </p:cNvSpPr>
          <p:nvPr>
            <p:ph type="sldImg" idx="2"/>
          </p:nvPr>
        </p:nvSpPr>
        <p:spPr>
          <a:xfrm>
            <a:off x="2271713" y="1143000"/>
            <a:ext cx="231457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5" name="Google Shape;265;p22:notes"/>
          <p:cNvSpPr>
            <a:spLocks noGrp="1" noRot="1" noChangeAspect="1"/>
          </p:cNvSpPr>
          <p:nvPr>
            <p:ph type="sldImg" idx="2"/>
          </p:nvPr>
        </p:nvSpPr>
        <p:spPr>
          <a:xfrm>
            <a:off x="2271713" y="1143000"/>
            <a:ext cx="231457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1" name="Google Shape;271;p23:notes"/>
          <p:cNvSpPr>
            <a:spLocks noGrp="1" noRot="1" noChangeAspect="1"/>
          </p:cNvSpPr>
          <p:nvPr>
            <p:ph type="sldImg" idx="2"/>
          </p:nvPr>
        </p:nvSpPr>
        <p:spPr>
          <a:xfrm>
            <a:off x="2271713" y="1143000"/>
            <a:ext cx="231457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8" name="Google Shape;278;p24:notes"/>
          <p:cNvSpPr>
            <a:spLocks noGrp="1" noRot="1" noChangeAspect="1"/>
          </p:cNvSpPr>
          <p:nvPr>
            <p:ph type="sldImg" idx="2"/>
          </p:nvPr>
        </p:nvSpPr>
        <p:spPr>
          <a:xfrm>
            <a:off x="2271713" y="1143000"/>
            <a:ext cx="231457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25: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3" name="Google Shape;283;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9" name="Google Shape;289;p26:notes"/>
          <p:cNvSpPr>
            <a:spLocks noGrp="1" noRot="1" noChangeAspect="1"/>
          </p:cNvSpPr>
          <p:nvPr>
            <p:ph type="sldImg" idx="2"/>
          </p:nvPr>
        </p:nvSpPr>
        <p:spPr>
          <a:xfrm>
            <a:off x="2271713" y="1143000"/>
            <a:ext cx="231457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5" name="Google Shape;295;p27:notes"/>
          <p:cNvSpPr>
            <a:spLocks noGrp="1" noRot="1" noChangeAspect="1"/>
          </p:cNvSpPr>
          <p:nvPr>
            <p:ph type="sldImg" idx="2"/>
          </p:nvPr>
        </p:nvSpPr>
        <p:spPr>
          <a:xfrm>
            <a:off x="2271713" y="1143000"/>
            <a:ext cx="231457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1" name="Google Shape;301;p28:notes"/>
          <p:cNvSpPr>
            <a:spLocks noGrp="1" noRot="1" noChangeAspect="1"/>
          </p:cNvSpPr>
          <p:nvPr>
            <p:ph type="sldImg" idx="2"/>
          </p:nvPr>
        </p:nvSpPr>
        <p:spPr>
          <a:xfrm>
            <a:off x="2271713" y="1143000"/>
            <a:ext cx="231457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6"/>
        <p:cNvGrpSpPr/>
        <p:nvPr/>
      </p:nvGrpSpPr>
      <p:grpSpPr>
        <a:xfrm>
          <a:off x="0" y="0"/>
          <a:ext cx="0" cy="0"/>
          <a:chOff x="0" y="0"/>
          <a:chExt cx="0" cy="0"/>
        </a:xfrm>
      </p:grpSpPr>
      <p:sp>
        <p:nvSpPr>
          <p:cNvPr id="17" name="Google Shape;17;p30"/>
          <p:cNvSpPr/>
          <p:nvPr/>
        </p:nvSpPr>
        <p:spPr>
          <a:xfrm>
            <a:off x="-3849" y="2745349"/>
            <a:ext cx="6860063" cy="24384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30"/>
          <p:cNvSpPr txBox="1">
            <a:spLocks noGrp="1"/>
          </p:cNvSpPr>
          <p:nvPr>
            <p:ph type="ctrTitle"/>
          </p:nvPr>
        </p:nvSpPr>
        <p:spPr>
          <a:xfrm>
            <a:off x="205739" y="2888488"/>
            <a:ext cx="6452756" cy="2319129"/>
          </a:xfrm>
          <a:prstGeom prst="rect">
            <a:avLst/>
          </a:prstGeom>
          <a:noFill/>
          <a:ln>
            <a:noFill/>
          </a:ln>
        </p:spPr>
        <p:txBody>
          <a:bodyPr spcFirstLastPara="1" wrap="square" lIns="91425" tIns="45700" rIns="91425" bIns="45700" anchor="ctr" anchorCtr="0">
            <a:normAutofit/>
          </a:bodyPr>
          <a:lstStyle>
            <a:lvl1pPr lvl="0" algn="ctr">
              <a:lnSpc>
                <a:spcPct val="80000"/>
              </a:lnSpc>
              <a:spcBef>
                <a:spcPts val="0"/>
              </a:spcBef>
              <a:spcAft>
                <a:spcPts val="0"/>
              </a:spcAft>
              <a:buClr>
                <a:schemeClr val="dk2"/>
              </a:buClr>
              <a:buSzPts val="4500"/>
              <a:buFont typeface="Corbel"/>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0"/>
          <p:cNvSpPr txBox="1">
            <a:spLocks noGrp="1"/>
          </p:cNvSpPr>
          <p:nvPr>
            <p:ph type="subTitle" idx="1"/>
          </p:nvPr>
        </p:nvSpPr>
        <p:spPr>
          <a:xfrm>
            <a:off x="857250" y="5293754"/>
            <a:ext cx="5143500" cy="174567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900"/>
              </a:spcBef>
              <a:spcAft>
                <a:spcPts val="0"/>
              </a:spcAft>
              <a:buSzPts val="1500"/>
              <a:buNone/>
              <a:defRPr sz="1500"/>
            </a:lvl1pPr>
            <a:lvl2pPr lvl="1" algn="ctr">
              <a:lnSpc>
                <a:spcPct val="90000"/>
              </a:lnSpc>
              <a:spcBef>
                <a:spcPts val="150"/>
              </a:spcBef>
              <a:spcAft>
                <a:spcPts val="0"/>
              </a:spcAft>
              <a:buSzPts val="1500"/>
              <a:buNone/>
              <a:defRPr sz="1500"/>
            </a:lvl2pPr>
            <a:lvl3pPr lvl="2" algn="ctr">
              <a:lnSpc>
                <a:spcPct val="90000"/>
              </a:lnSpc>
              <a:spcBef>
                <a:spcPts val="300"/>
              </a:spcBef>
              <a:spcAft>
                <a:spcPts val="0"/>
              </a:spcAft>
              <a:buSzPts val="1500"/>
              <a:buNone/>
              <a:defRPr sz="1500"/>
            </a:lvl3pPr>
            <a:lvl4pPr lvl="3" algn="ctr">
              <a:lnSpc>
                <a:spcPct val="90000"/>
              </a:lnSpc>
              <a:spcBef>
                <a:spcPts val="300"/>
              </a:spcBef>
              <a:spcAft>
                <a:spcPts val="0"/>
              </a:spcAft>
              <a:buSzPts val="1500"/>
              <a:buNone/>
              <a:defRPr sz="1500"/>
            </a:lvl4pPr>
            <a:lvl5pPr lvl="4" algn="ctr">
              <a:lnSpc>
                <a:spcPct val="90000"/>
              </a:lnSpc>
              <a:spcBef>
                <a:spcPts val="300"/>
              </a:spcBef>
              <a:spcAft>
                <a:spcPts val="0"/>
              </a:spcAft>
              <a:buSzPts val="1500"/>
              <a:buNone/>
              <a:defRPr sz="1500"/>
            </a:lvl5pPr>
            <a:lvl6pPr lvl="5" algn="ctr">
              <a:lnSpc>
                <a:spcPct val="90000"/>
              </a:lnSpc>
              <a:spcBef>
                <a:spcPts val="300"/>
              </a:spcBef>
              <a:spcAft>
                <a:spcPts val="0"/>
              </a:spcAft>
              <a:buSzPts val="1500"/>
              <a:buNone/>
              <a:defRPr sz="1500"/>
            </a:lvl6pPr>
            <a:lvl7pPr lvl="6" algn="ctr">
              <a:lnSpc>
                <a:spcPct val="90000"/>
              </a:lnSpc>
              <a:spcBef>
                <a:spcPts val="300"/>
              </a:spcBef>
              <a:spcAft>
                <a:spcPts val="0"/>
              </a:spcAft>
              <a:buSzPts val="1500"/>
              <a:buNone/>
              <a:defRPr sz="1500"/>
            </a:lvl7pPr>
            <a:lvl8pPr lvl="7" algn="ctr">
              <a:lnSpc>
                <a:spcPct val="90000"/>
              </a:lnSpc>
              <a:spcBef>
                <a:spcPts val="300"/>
              </a:spcBef>
              <a:spcAft>
                <a:spcPts val="0"/>
              </a:spcAft>
              <a:buSzPts val="1500"/>
              <a:buNone/>
              <a:defRPr sz="1500"/>
            </a:lvl8pPr>
            <a:lvl9pPr lvl="8" algn="ctr">
              <a:lnSpc>
                <a:spcPct val="90000"/>
              </a:lnSpc>
              <a:spcBef>
                <a:spcPts val="300"/>
              </a:spcBef>
              <a:spcAft>
                <a:spcPts val="300"/>
              </a:spcAft>
              <a:buSzPts val="1500"/>
              <a:buNone/>
              <a:defRPr sz="1500"/>
            </a:lvl9pPr>
          </a:lstStyle>
          <a:p>
            <a:endParaRPr/>
          </a:p>
        </p:txBody>
      </p:sp>
      <p:sp>
        <p:nvSpPr>
          <p:cNvPr id="20" name="Google Shape;20;p30"/>
          <p:cNvSpPr txBox="1">
            <a:spLocks noGrp="1"/>
          </p:cNvSpPr>
          <p:nvPr>
            <p:ph type="dt" idx="10"/>
          </p:nvPr>
        </p:nvSpPr>
        <p:spPr>
          <a:xfrm>
            <a:off x="511168" y="8563808"/>
            <a:ext cx="1946282" cy="486833"/>
          </a:xfrm>
          <a:prstGeom prst="rect">
            <a:avLst/>
          </a:prstGeom>
          <a:noFill/>
          <a:ln>
            <a:noFill/>
          </a:ln>
        </p:spPr>
        <p:txBody>
          <a:bodyPr spcFirstLastPara="1" wrap="square" lIns="91425" tIns="45700" rIns="4570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30"/>
          <p:cNvSpPr txBox="1">
            <a:spLocks noGrp="1"/>
          </p:cNvSpPr>
          <p:nvPr>
            <p:ph type="ftr" idx="11"/>
          </p:nvPr>
        </p:nvSpPr>
        <p:spPr>
          <a:xfrm>
            <a:off x="3143251" y="8563808"/>
            <a:ext cx="3045470" cy="486833"/>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0"/>
          <p:cNvSpPr txBox="1">
            <a:spLocks noGrp="1"/>
          </p:cNvSpPr>
          <p:nvPr>
            <p:ph type="sldNum" idx="12"/>
          </p:nvPr>
        </p:nvSpPr>
        <p:spPr>
          <a:xfrm>
            <a:off x="6198854" y="8563808"/>
            <a:ext cx="532274" cy="486833"/>
          </a:xfrm>
          <a:prstGeom prst="rect">
            <a:avLst/>
          </a:prstGeom>
          <a:noFill/>
          <a:ln>
            <a:noFill/>
          </a:ln>
        </p:spPr>
        <p:txBody>
          <a:bodyPr spcFirstLastPara="1" wrap="square" lIns="45700"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27"/>
        <p:cNvGrpSpPr/>
        <p:nvPr/>
      </p:nvGrpSpPr>
      <p:grpSpPr>
        <a:xfrm>
          <a:off x="0" y="0"/>
          <a:ext cx="0" cy="0"/>
          <a:chOff x="0" y="0"/>
          <a:chExt cx="0" cy="0"/>
        </a:xfrm>
      </p:grpSpPr>
      <p:sp>
        <p:nvSpPr>
          <p:cNvPr id="28" name="Google Shape;28;p32"/>
          <p:cNvSpPr txBox="1">
            <a:spLocks noGrp="1"/>
          </p:cNvSpPr>
          <p:nvPr>
            <p:ph type="dt" idx="10"/>
          </p:nvPr>
        </p:nvSpPr>
        <p:spPr>
          <a:xfrm>
            <a:off x="511168" y="8563808"/>
            <a:ext cx="1946282" cy="486833"/>
          </a:xfrm>
          <a:prstGeom prst="rect">
            <a:avLst/>
          </a:prstGeom>
          <a:noFill/>
          <a:ln>
            <a:noFill/>
          </a:ln>
        </p:spPr>
        <p:txBody>
          <a:bodyPr spcFirstLastPara="1" wrap="square" lIns="91425" tIns="45700" rIns="4570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32"/>
          <p:cNvSpPr txBox="1">
            <a:spLocks noGrp="1"/>
          </p:cNvSpPr>
          <p:nvPr>
            <p:ph type="ftr" idx="11"/>
          </p:nvPr>
        </p:nvSpPr>
        <p:spPr>
          <a:xfrm>
            <a:off x="3143251" y="8563808"/>
            <a:ext cx="3045470" cy="486833"/>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32"/>
          <p:cNvSpPr txBox="1">
            <a:spLocks noGrp="1"/>
          </p:cNvSpPr>
          <p:nvPr>
            <p:ph type="sldNum" idx="12"/>
          </p:nvPr>
        </p:nvSpPr>
        <p:spPr>
          <a:xfrm>
            <a:off x="6198854" y="8563808"/>
            <a:ext cx="532274" cy="486833"/>
          </a:xfrm>
          <a:prstGeom prst="rect">
            <a:avLst/>
          </a:prstGeom>
          <a:noFill/>
          <a:ln>
            <a:noFill/>
          </a:ln>
        </p:spPr>
        <p:txBody>
          <a:bodyPr spcFirstLastPara="1" wrap="square" lIns="45700"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1"/>
        <p:cNvGrpSpPr/>
        <p:nvPr/>
      </p:nvGrpSpPr>
      <p:grpSpPr>
        <a:xfrm>
          <a:off x="0" y="0"/>
          <a:ext cx="0" cy="0"/>
          <a:chOff x="0" y="0"/>
          <a:chExt cx="0" cy="0"/>
        </a:xfrm>
      </p:grpSpPr>
      <p:sp>
        <p:nvSpPr>
          <p:cNvPr id="32" name="Google Shape;32;p37"/>
          <p:cNvSpPr txBox="1">
            <a:spLocks noGrp="1"/>
          </p:cNvSpPr>
          <p:nvPr>
            <p:ph type="title"/>
          </p:nvPr>
        </p:nvSpPr>
        <p:spPr>
          <a:xfrm>
            <a:off x="513764" y="378901"/>
            <a:ext cx="5829300" cy="2011680"/>
          </a:xfrm>
          <a:prstGeom prst="rect">
            <a:avLst/>
          </a:prstGeom>
          <a:noFill/>
          <a:ln>
            <a:noFill/>
          </a:ln>
        </p:spPr>
        <p:txBody>
          <a:bodyPr spcFirstLastPara="1" wrap="square" lIns="91425" tIns="45700" rIns="91425" bIns="45700" anchor="ctr" anchorCtr="0">
            <a:normAutofit/>
          </a:bodyPr>
          <a:lstStyle>
            <a:lvl1pPr lvl="0" algn="l">
              <a:lnSpc>
                <a:spcPct val="8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37"/>
          <p:cNvSpPr txBox="1">
            <a:spLocks noGrp="1"/>
          </p:cNvSpPr>
          <p:nvPr>
            <p:ph type="body" idx="1"/>
          </p:nvPr>
        </p:nvSpPr>
        <p:spPr>
          <a:xfrm>
            <a:off x="513764" y="2682240"/>
            <a:ext cx="5829300" cy="560832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900"/>
              </a:spcBef>
              <a:spcAft>
                <a:spcPts val="0"/>
              </a:spcAft>
              <a:buSzPts val="1800"/>
              <a:buChar char="▪"/>
              <a:defRPr/>
            </a:lvl1pPr>
            <a:lvl2pPr marL="914400" lvl="1" indent="-342900" algn="l">
              <a:lnSpc>
                <a:spcPct val="90000"/>
              </a:lnSpc>
              <a:spcBef>
                <a:spcPts val="150"/>
              </a:spcBef>
              <a:spcAft>
                <a:spcPts val="0"/>
              </a:spcAft>
              <a:buSzPts val="1800"/>
              <a:buChar char="▪"/>
              <a:defRPr/>
            </a:lvl2pPr>
            <a:lvl3pPr marL="1371600" lvl="2" indent="-342900" algn="l">
              <a:lnSpc>
                <a:spcPct val="90000"/>
              </a:lnSpc>
              <a:spcBef>
                <a:spcPts val="300"/>
              </a:spcBef>
              <a:spcAft>
                <a:spcPts val="0"/>
              </a:spcAft>
              <a:buSzPts val="1800"/>
              <a:buChar char="▪"/>
              <a:defRPr/>
            </a:lvl3pPr>
            <a:lvl4pPr marL="1828800" lvl="3" indent="-342900" algn="l">
              <a:lnSpc>
                <a:spcPct val="90000"/>
              </a:lnSpc>
              <a:spcBef>
                <a:spcPts val="300"/>
              </a:spcBef>
              <a:spcAft>
                <a:spcPts val="0"/>
              </a:spcAft>
              <a:buSzPts val="1800"/>
              <a:buChar char="▪"/>
              <a:defRPr/>
            </a:lvl4pPr>
            <a:lvl5pPr marL="2286000" lvl="4" indent="-342900" algn="l">
              <a:lnSpc>
                <a:spcPct val="90000"/>
              </a:lnSpc>
              <a:spcBef>
                <a:spcPts val="300"/>
              </a:spcBef>
              <a:spcAft>
                <a:spcPts val="0"/>
              </a:spcAft>
              <a:buSzPts val="1800"/>
              <a:buChar char="▪"/>
              <a:defRPr/>
            </a:lvl5pPr>
            <a:lvl6pPr marL="2743200" lvl="5" indent="-342900" algn="l">
              <a:lnSpc>
                <a:spcPct val="90000"/>
              </a:lnSpc>
              <a:spcBef>
                <a:spcPts val="300"/>
              </a:spcBef>
              <a:spcAft>
                <a:spcPts val="0"/>
              </a:spcAft>
              <a:buSzPts val="1800"/>
              <a:buChar char="▪"/>
              <a:defRPr/>
            </a:lvl6pPr>
            <a:lvl7pPr marL="3200400" lvl="6" indent="-342900" algn="l">
              <a:lnSpc>
                <a:spcPct val="90000"/>
              </a:lnSpc>
              <a:spcBef>
                <a:spcPts val="300"/>
              </a:spcBef>
              <a:spcAft>
                <a:spcPts val="0"/>
              </a:spcAft>
              <a:buSzPts val="1800"/>
              <a:buChar char="▪"/>
              <a:defRPr/>
            </a:lvl7pPr>
            <a:lvl8pPr marL="3657600" lvl="7" indent="-342900" algn="l">
              <a:lnSpc>
                <a:spcPct val="90000"/>
              </a:lnSpc>
              <a:spcBef>
                <a:spcPts val="300"/>
              </a:spcBef>
              <a:spcAft>
                <a:spcPts val="0"/>
              </a:spcAft>
              <a:buSzPts val="1800"/>
              <a:buChar char="▪"/>
              <a:defRPr/>
            </a:lvl8pPr>
            <a:lvl9pPr marL="4114800" lvl="8" indent="-342900" algn="l">
              <a:lnSpc>
                <a:spcPct val="90000"/>
              </a:lnSpc>
              <a:spcBef>
                <a:spcPts val="300"/>
              </a:spcBef>
              <a:spcAft>
                <a:spcPts val="300"/>
              </a:spcAft>
              <a:buSzPts val="1800"/>
              <a:buChar char="▪"/>
              <a:defRPr/>
            </a:lvl9pPr>
          </a:lstStyle>
          <a:p>
            <a:endParaRPr/>
          </a:p>
        </p:txBody>
      </p:sp>
      <p:sp>
        <p:nvSpPr>
          <p:cNvPr id="34" name="Google Shape;34;p37"/>
          <p:cNvSpPr txBox="1">
            <a:spLocks noGrp="1"/>
          </p:cNvSpPr>
          <p:nvPr>
            <p:ph type="dt" idx="10"/>
          </p:nvPr>
        </p:nvSpPr>
        <p:spPr>
          <a:xfrm>
            <a:off x="511168" y="8563808"/>
            <a:ext cx="1946282" cy="486833"/>
          </a:xfrm>
          <a:prstGeom prst="rect">
            <a:avLst/>
          </a:prstGeom>
          <a:noFill/>
          <a:ln>
            <a:noFill/>
          </a:ln>
        </p:spPr>
        <p:txBody>
          <a:bodyPr spcFirstLastPara="1" wrap="square" lIns="91425" tIns="45700" rIns="4570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37"/>
          <p:cNvSpPr txBox="1">
            <a:spLocks noGrp="1"/>
          </p:cNvSpPr>
          <p:nvPr>
            <p:ph type="ftr" idx="11"/>
          </p:nvPr>
        </p:nvSpPr>
        <p:spPr>
          <a:xfrm>
            <a:off x="3143251" y="8563808"/>
            <a:ext cx="3045470" cy="486833"/>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37"/>
          <p:cNvSpPr txBox="1">
            <a:spLocks noGrp="1"/>
          </p:cNvSpPr>
          <p:nvPr>
            <p:ph type="sldNum" idx="12"/>
          </p:nvPr>
        </p:nvSpPr>
        <p:spPr>
          <a:xfrm>
            <a:off x="6198854" y="8563808"/>
            <a:ext cx="532274" cy="486833"/>
          </a:xfrm>
          <a:prstGeom prst="rect">
            <a:avLst/>
          </a:prstGeom>
          <a:noFill/>
          <a:ln>
            <a:noFill/>
          </a:ln>
        </p:spPr>
        <p:txBody>
          <a:bodyPr spcFirstLastPara="1" wrap="square" lIns="45700"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solidFill>
          <a:schemeClr val="lt1"/>
        </a:solidFill>
        <a:effectLst/>
      </p:bgPr>
    </p:bg>
    <p:spTree>
      <p:nvGrpSpPr>
        <p:cNvPr id="1" name="Shape 37"/>
        <p:cNvGrpSpPr/>
        <p:nvPr/>
      </p:nvGrpSpPr>
      <p:grpSpPr>
        <a:xfrm>
          <a:off x="0" y="0"/>
          <a:ext cx="0" cy="0"/>
          <a:chOff x="0" y="0"/>
          <a:chExt cx="0" cy="0"/>
        </a:xfrm>
      </p:grpSpPr>
      <p:sp>
        <p:nvSpPr>
          <p:cNvPr id="38" name="Google Shape;38;p38"/>
          <p:cNvSpPr/>
          <p:nvPr/>
        </p:nvSpPr>
        <p:spPr>
          <a:xfrm>
            <a:off x="-3849" y="2745349"/>
            <a:ext cx="6860063" cy="2438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38"/>
          <p:cNvSpPr txBox="1">
            <a:spLocks noGrp="1"/>
          </p:cNvSpPr>
          <p:nvPr>
            <p:ph type="title"/>
          </p:nvPr>
        </p:nvSpPr>
        <p:spPr>
          <a:xfrm>
            <a:off x="468670" y="2945172"/>
            <a:ext cx="5915025" cy="2235200"/>
          </a:xfrm>
          <a:prstGeom prst="rect">
            <a:avLst/>
          </a:prstGeom>
          <a:noFill/>
          <a:ln>
            <a:noFill/>
          </a:ln>
        </p:spPr>
        <p:txBody>
          <a:bodyPr spcFirstLastPara="1" wrap="square" lIns="91425" tIns="45700" rIns="91425" bIns="45700" anchor="ctr" anchorCtr="0">
            <a:noAutofit/>
          </a:bodyPr>
          <a:lstStyle>
            <a:lvl1pPr lvl="0" algn="ctr">
              <a:lnSpc>
                <a:spcPct val="80000"/>
              </a:lnSpc>
              <a:spcBef>
                <a:spcPts val="0"/>
              </a:spcBef>
              <a:spcAft>
                <a:spcPts val="0"/>
              </a:spcAft>
              <a:buClr>
                <a:schemeClr val="lt1"/>
              </a:buClr>
              <a:buSzPts val="4500"/>
              <a:buFont typeface="Corbel"/>
              <a:buNone/>
              <a:defRPr sz="4500"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38"/>
          <p:cNvSpPr txBox="1">
            <a:spLocks noGrp="1"/>
          </p:cNvSpPr>
          <p:nvPr>
            <p:ph type="body" idx="1"/>
          </p:nvPr>
        </p:nvSpPr>
        <p:spPr>
          <a:xfrm>
            <a:off x="468670" y="5312534"/>
            <a:ext cx="5915025" cy="1566185"/>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900"/>
              </a:spcBef>
              <a:spcAft>
                <a:spcPts val="0"/>
              </a:spcAft>
              <a:buSzPts val="1500"/>
              <a:buNone/>
              <a:defRPr sz="1500">
                <a:solidFill>
                  <a:schemeClr val="dk2"/>
                </a:solidFill>
              </a:defRPr>
            </a:lvl1pPr>
            <a:lvl2pPr marL="914400" lvl="1" indent="-228600" algn="l">
              <a:lnSpc>
                <a:spcPct val="90000"/>
              </a:lnSpc>
              <a:spcBef>
                <a:spcPts val="150"/>
              </a:spcBef>
              <a:spcAft>
                <a:spcPts val="0"/>
              </a:spcAft>
              <a:buSzPts val="1350"/>
              <a:buNone/>
              <a:defRPr sz="1350">
                <a:solidFill>
                  <a:srgbClr val="8C8C8C"/>
                </a:solidFill>
              </a:defRPr>
            </a:lvl2pPr>
            <a:lvl3pPr marL="1371600" lvl="2" indent="-228600" algn="l">
              <a:lnSpc>
                <a:spcPct val="90000"/>
              </a:lnSpc>
              <a:spcBef>
                <a:spcPts val="300"/>
              </a:spcBef>
              <a:spcAft>
                <a:spcPts val="0"/>
              </a:spcAft>
              <a:buSzPts val="1200"/>
              <a:buNone/>
              <a:defRPr sz="1200">
                <a:solidFill>
                  <a:srgbClr val="8C8C8C"/>
                </a:solidFill>
              </a:defRPr>
            </a:lvl3pPr>
            <a:lvl4pPr marL="1828800" lvl="3" indent="-228600" algn="l">
              <a:lnSpc>
                <a:spcPct val="90000"/>
              </a:lnSpc>
              <a:spcBef>
                <a:spcPts val="300"/>
              </a:spcBef>
              <a:spcAft>
                <a:spcPts val="0"/>
              </a:spcAft>
              <a:buSzPts val="1050"/>
              <a:buNone/>
              <a:defRPr sz="1050">
                <a:solidFill>
                  <a:srgbClr val="8C8C8C"/>
                </a:solidFill>
              </a:defRPr>
            </a:lvl4pPr>
            <a:lvl5pPr marL="2286000" lvl="4" indent="-228600" algn="l">
              <a:lnSpc>
                <a:spcPct val="90000"/>
              </a:lnSpc>
              <a:spcBef>
                <a:spcPts val="300"/>
              </a:spcBef>
              <a:spcAft>
                <a:spcPts val="0"/>
              </a:spcAft>
              <a:buSzPts val="1050"/>
              <a:buNone/>
              <a:defRPr sz="1050">
                <a:solidFill>
                  <a:srgbClr val="8C8C8C"/>
                </a:solidFill>
              </a:defRPr>
            </a:lvl5pPr>
            <a:lvl6pPr marL="2743200" lvl="5" indent="-228600" algn="l">
              <a:lnSpc>
                <a:spcPct val="90000"/>
              </a:lnSpc>
              <a:spcBef>
                <a:spcPts val="300"/>
              </a:spcBef>
              <a:spcAft>
                <a:spcPts val="0"/>
              </a:spcAft>
              <a:buSzPts val="1050"/>
              <a:buNone/>
              <a:defRPr sz="1050">
                <a:solidFill>
                  <a:srgbClr val="8C8C8C"/>
                </a:solidFill>
              </a:defRPr>
            </a:lvl6pPr>
            <a:lvl7pPr marL="3200400" lvl="6" indent="-228600" algn="l">
              <a:lnSpc>
                <a:spcPct val="90000"/>
              </a:lnSpc>
              <a:spcBef>
                <a:spcPts val="300"/>
              </a:spcBef>
              <a:spcAft>
                <a:spcPts val="0"/>
              </a:spcAft>
              <a:buSzPts val="1050"/>
              <a:buNone/>
              <a:defRPr sz="1050">
                <a:solidFill>
                  <a:srgbClr val="8C8C8C"/>
                </a:solidFill>
              </a:defRPr>
            </a:lvl7pPr>
            <a:lvl8pPr marL="3657600" lvl="7" indent="-228600" algn="l">
              <a:lnSpc>
                <a:spcPct val="90000"/>
              </a:lnSpc>
              <a:spcBef>
                <a:spcPts val="300"/>
              </a:spcBef>
              <a:spcAft>
                <a:spcPts val="0"/>
              </a:spcAft>
              <a:buSzPts val="1050"/>
              <a:buNone/>
              <a:defRPr sz="1050">
                <a:solidFill>
                  <a:srgbClr val="8C8C8C"/>
                </a:solidFill>
              </a:defRPr>
            </a:lvl8pPr>
            <a:lvl9pPr marL="4114800" lvl="8" indent="-228600" algn="l">
              <a:lnSpc>
                <a:spcPct val="90000"/>
              </a:lnSpc>
              <a:spcBef>
                <a:spcPts val="300"/>
              </a:spcBef>
              <a:spcAft>
                <a:spcPts val="300"/>
              </a:spcAft>
              <a:buSzPts val="1050"/>
              <a:buNone/>
              <a:defRPr sz="1050">
                <a:solidFill>
                  <a:srgbClr val="8C8C8C"/>
                </a:solidFill>
              </a:defRPr>
            </a:lvl9pPr>
          </a:lstStyle>
          <a:p>
            <a:endParaRPr/>
          </a:p>
        </p:txBody>
      </p:sp>
      <p:sp>
        <p:nvSpPr>
          <p:cNvPr id="41" name="Google Shape;41;p38"/>
          <p:cNvSpPr txBox="1">
            <a:spLocks noGrp="1"/>
          </p:cNvSpPr>
          <p:nvPr>
            <p:ph type="dt" idx="10"/>
          </p:nvPr>
        </p:nvSpPr>
        <p:spPr>
          <a:xfrm>
            <a:off x="511168" y="8563808"/>
            <a:ext cx="1946282" cy="486833"/>
          </a:xfrm>
          <a:prstGeom prst="rect">
            <a:avLst/>
          </a:prstGeom>
          <a:noFill/>
          <a:ln>
            <a:noFill/>
          </a:ln>
        </p:spPr>
        <p:txBody>
          <a:bodyPr spcFirstLastPara="1" wrap="square" lIns="91425" tIns="45700" rIns="45700" bIns="45700" anchor="ctr" anchorCtr="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38"/>
          <p:cNvSpPr txBox="1">
            <a:spLocks noGrp="1"/>
          </p:cNvSpPr>
          <p:nvPr>
            <p:ph type="ftr" idx="11"/>
          </p:nvPr>
        </p:nvSpPr>
        <p:spPr>
          <a:xfrm>
            <a:off x="3143251" y="8563808"/>
            <a:ext cx="3045470" cy="486833"/>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38"/>
          <p:cNvSpPr txBox="1">
            <a:spLocks noGrp="1"/>
          </p:cNvSpPr>
          <p:nvPr>
            <p:ph type="sldNum" idx="12"/>
          </p:nvPr>
        </p:nvSpPr>
        <p:spPr>
          <a:xfrm>
            <a:off x="6198854" y="8563808"/>
            <a:ext cx="532274" cy="486833"/>
          </a:xfrm>
          <a:prstGeom prst="rect">
            <a:avLst/>
          </a:prstGeom>
          <a:noFill/>
          <a:ln>
            <a:noFill/>
          </a:ln>
        </p:spPr>
        <p:txBody>
          <a:bodyPr spcFirstLastPara="1" wrap="square" lIns="45700" tIns="45700" rIns="91425" bIns="45700" anchor="ctr" anchorCtr="0">
            <a:noAutofit/>
          </a:bodyPr>
          <a:lstStyle>
            <a:lvl1pPr marL="0" lvl="0" indent="0" algn="l">
              <a:spcBef>
                <a:spcPts val="0"/>
              </a:spcBef>
              <a:buNone/>
              <a:defRPr sz="900" b="0">
                <a:solidFill>
                  <a:schemeClr val="dk2"/>
                </a:solidFill>
                <a:latin typeface="Corbel"/>
                <a:ea typeface="Corbel"/>
                <a:cs typeface="Corbel"/>
                <a:sym typeface="Corbel"/>
              </a:defRPr>
            </a:lvl1pPr>
            <a:lvl2pPr marL="0" lvl="1" indent="0" algn="l">
              <a:spcBef>
                <a:spcPts val="0"/>
              </a:spcBef>
              <a:buNone/>
              <a:defRPr sz="900" b="0">
                <a:solidFill>
                  <a:schemeClr val="dk2"/>
                </a:solidFill>
                <a:latin typeface="Corbel"/>
                <a:ea typeface="Corbel"/>
                <a:cs typeface="Corbel"/>
                <a:sym typeface="Corbel"/>
              </a:defRPr>
            </a:lvl2pPr>
            <a:lvl3pPr marL="0" lvl="2" indent="0" algn="l">
              <a:spcBef>
                <a:spcPts val="0"/>
              </a:spcBef>
              <a:buNone/>
              <a:defRPr sz="900" b="0">
                <a:solidFill>
                  <a:schemeClr val="dk2"/>
                </a:solidFill>
                <a:latin typeface="Corbel"/>
                <a:ea typeface="Corbel"/>
                <a:cs typeface="Corbel"/>
                <a:sym typeface="Corbel"/>
              </a:defRPr>
            </a:lvl3pPr>
            <a:lvl4pPr marL="0" lvl="3" indent="0" algn="l">
              <a:spcBef>
                <a:spcPts val="0"/>
              </a:spcBef>
              <a:buNone/>
              <a:defRPr sz="900" b="0">
                <a:solidFill>
                  <a:schemeClr val="dk2"/>
                </a:solidFill>
                <a:latin typeface="Corbel"/>
                <a:ea typeface="Corbel"/>
                <a:cs typeface="Corbel"/>
                <a:sym typeface="Corbel"/>
              </a:defRPr>
            </a:lvl4pPr>
            <a:lvl5pPr marL="0" lvl="4" indent="0" algn="l">
              <a:spcBef>
                <a:spcPts val="0"/>
              </a:spcBef>
              <a:buNone/>
              <a:defRPr sz="900" b="0">
                <a:solidFill>
                  <a:schemeClr val="dk2"/>
                </a:solidFill>
                <a:latin typeface="Corbel"/>
                <a:ea typeface="Corbel"/>
                <a:cs typeface="Corbel"/>
                <a:sym typeface="Corbel"/>
              </a:defRPr>
            </a:lvl5pPr>
            <a:lvl6pPr marL="0" lvl="5" indent="0" algn="l">
              <a:spcBef>
                <a:spcPts val="0"/>
              </a:spcBef>
              <a:buNone/>
              <a:defRPr sz="900" b="0">
                <a:solidFill>
                  <a:schemeClr val="dk2"/>
                </a:solidFill>
                <a:latin typeface="Corbel"/>
                <a:ea typeface="Corbel"/>
                <a:cs typeface="Corbel"/>
                <a:sym typeface="Corbel"/>
              </a:defRPr>
            </a:lvl6pPr>
            <a:lvl7pPr marL="0" lvl="6" indent="0" algn="l">
              <a:spcBef>
                <a:spcPts val="0"/>
              </a:spcBef>
              <a:buNone/>
              <a:defRPr sz="900" b="0">
                <a:solidFill>
                  <a:schemeClr val="dk2"/>
                </a:solidFill>
                <a:latin typeface="Corbel"/>
                <a:ea typeface="Corbel"/>
                <a:cs typeface="Corbel"/>
                <a:sym typeface="Corbel"/>
              </a:defRPr>
            </a:lvl7pPr>
            <a:lvl8pPr marL="0" lvl="7" indent="0" algn="l">
              <a:spcBef>
                <a:spcPts val="0"/>
              </a:spcBef>
              <a:buNone/>
              <a:defRPr sz="900" b="0">
                <a:solidFill>
                  <a:schemeClr val="dk2"/>
                </a:solidFill>
                <a:latin typeface="Corbel"/>
                <a:ea typeface="Corbel"/>
                <a:cs typeface="Corbel"/>
                <a:sym typeface="Corbel"/>
              </a:defRPr>
            </a:lvl8pPr>
            <a:lvl9pPr marL="0" lvl="8" indent="0" algn="l">
              <a:spcBef>
                <a:spcPts val="0"/>
              </a:spcBef>
              <a:buNone/>
              <a:defRPr sz="900" b="0">
                <a:solidFill>
                  <a:schemeClr val="dk2"/>
                </a:solidFill>
                <a:latin typeface="Corbel"/>
                <a:ea typeface="Corbel"/>
                <a:cs typeface="Corbel"/>
                <a:sym typeface="Corbe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4"/>
        <p:cNvGrpSpPr/>
        <p:nvPr/>
      </p:nvGrpSpPr>
      <p:grpSpPr>
        <a:xfrm>
          <a:off x="0" y="0"/>
          <a:ext cx="0" cy="0"/>
          <a:chOff x="0" y="0"/>
          <a:chExt cx="0" cy="0"/>
        </a:xfrm>
      </p:grpSpPr>
      <p:sp>
        <p:nvSpPr>
          <p:cNvPr id="45" name="Google Shape;45;p39"/>
          <p:cNvSpPr txBox="1">
            <a:spLocks noGrp="1"/>
          </p:cNvSpPr>
          <p:nvPr>
            <p:ph type="title"/>
          </p:nvPr>
        </p:nvSpPr>
        <p:spPr>
          <a:xfrm>
            <a:off x="513764" y="378901"/>
            <a:ext cx="5829300" cy="2011680"/>
          </a:xfrm>
          <a:prstGeom prst="rect">
            <a:avLst/>
          </a:prstGeom>
          <a:noFill/>
          <a:ln>
            <a:noFill/>
          </a:ln>
        </p:spPr>
        <p:txBody>
          <a:bodyPr spcFirstLastPara="1" wrap="square" lIns="91425" tIns="45700" rIns="91425" bIns="45700" anchor="ctr" anchorCtr="0">
            <a:normAutofit/>
          </a:bodyPr>
          <a:lstStyle>
            <a:lvl1pPr lvl="0" algn="l">
              <a:lnSpc>
                <a:spcPct val="8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39"/>
          <p:cNvSpPr txBox="1">
            <a:spLocks noGrp="1"/>
          </p:cNvSpPr>
          <p:nvPr>
            <p:ph type="body" idx="1"/>
          </p:nvPr>
        </p:nvSpPr>
        <p:spPr>
          <a:xfrm>
            <a:off x="514348" y="2682240"/>
            <a:ext cx="2743200" cy="5608320"/>
          </a:xfrm>
          <a:prstGeom prst="rect">
            <a:avLst/>
          </a:prstGeom>
          <a:noFill/>
          <a:ln>
            <a:noFill/>
          </a:ln>
        </p:spPr>
        <p:txBody>
          <a:bodyPr spcFirstLastPara="1" wrap="square" lIns="91425" tIns="45700" rIns="91425" bIns="45700" anchor="t" anchorCtr="0">
            <a:normAutofit/>
          </a:bodyPr>
          <a:lstStyle>
            <a:lvl1pPr marL="457200" lvl="0" indent="-333375" algn="l">
              <a:lnSpc>
                <a:spcPct val="90000"/>
              </a:lnSpc>
              <a:spcBef>
                <a:spcPts val="900"/>
              </a:spcBef>
              <a:spcAft>
                <a:spcPts val="0"/>
              </a:spcAft>
              <a:buSzPts val="1650"/>
              <a:buChar char="▪"/>
              <a:defRPr sz="1650"/>
            </a:lvl1pPr>
            <a:lvl2pPr marL="914400" lvl="1" indent="-323850" algn="l">
              <a:lnSpc>
                <a:spcPct val="90000"/>
              </a:lnSpc>
              <a:spcBef>
                <a:spcPts val="150"/>
              </a:spcBef>
              <a:spcAft>
                <a:spcPts val="0"/>
              </a:spcAft>
              <a:buSzPts val="1500"/>
              <a:buChar char="▪"/>
              <a:defRPr sz="1500"/>
            </a:lvl2pPr>
            <a:lvl3pPr marL="1371600" lvl="2" indent="-314325" algn="l">
              <a:lnSpc>
                <a:spcPct val="90000"/>
              </a:lnSpc>
              <a:spcBef>
                <a:spcPts val="300"/>
              </a:spcBef>
              <a:spcAft>
                <a:spcPts val="0"/>
              </a:spcAft>
              <a:buSzPts val="1350"/>
              <a:buChar char="▪"/>
              <a:defRPr sz="1350"/>
            </a:lvl3pPr>
            <a:lvl4pPr marL="1828800" lvl="3" indent="-304800" algn="l">
              <a:lnSpc>
                <a:spcPct val="90000"/>
              </a:lnSpc>
              <a:spcBef>
                <a:spcPts val="300"/>
              </a:spcBef>
              <a:spcAft>
                <a:spcPts val="0"/>
              </a:spcAft>
              <a:buSzPts val="1200"/>
              <a:buChar char="▪"/>
              <a:defRPr sz="1200"/>
            </a:lvl4pPr>
            <a:lvl5pPr marL="2286000" lvl="4" indent="-304800" algn="l">
              <a:lnSpc>
                <a:spcPct val="90000"/>
              </a:lnSpc>
              <a:spcBef>
                <a:spcPts val="300"/>
              </a:spcBef>
              <a:spcAft>
                <a:spcPts val="0"/>
              </a:spcAft>
              <a:buSzPts val="1200"/>
              <a:buChar char="▪"/>
              <a:defRPr sz="1200"/>
            </a:lvl5pPr>
            <a:lvl6pPr marL="2743200" lvl="5" indent="-304800" algn="l">
              <a:lnSpc>
                <a:spcPct val="90000"/>
              </a:lnSpc>
              <a:spcBef>
                <a:spcPts val="300"/>
              </a:spcBef>
              <a:spcAft>
                <a:spcPts val="0"/>
              </a:spcAft>
              <a:buSzPts val="1200"/>
              <a:buChar char="▪"/>
              <a:defRPr sz="1200"/>
            </a:lvl6pPr>
            <a:lvl7pPr marL="3200400" lvl="6" indent="-304800" algn="l">
              <a:lnSpc>
                <a:spcPct val="90000"/>
              </a:lnSpc>
              <a:spcBef>
                <a:spcPts val="300"/>
              </a:spcBef>
              <a:spcAft>
                <a:spcPts val="0"/>
              </a:spcAft>
              <a:buSzPts val="1200"/>
              <a:buChar char="▪"/>
              <a:defRPr sz="1200"/>
            </a:lvl7pPr>
            <a:lvl8pPr marL="3657600" lvl="7" indent="-304800" algn="l">
              <a:lnSpc>
                <a:spcPct val="90000"/>
              </a:lnSpc>
              <a:spcBef>
                <a:spcPts val="300"/>
              </a:spcBef>
              <a:spcAft>
                <a:spcPts val="0"/>
              </a:spcAft>
              <a:buSzPts val="1200"/>
              <a:buChar char="▪"/>
              <a:defRPr sz="1200"/>
            </a:lvl8pPr>
            <a:lvl9pPr marL="4114800" lvl="8" indent="-304800" algn="l">
              <a:lnSpc>
                <a:spcPct val="90000"/>
              </a:lnSpc>
              <a:spcBef>
                <a:spcPts val="300"/>
              </a:spcBef>
              <a:spcAft>
                <a:spcPts val="300"/>
              </a:spcAft>
              <a:buSzPts val="1200"/>
              <a:buChar char="▪"/>
              <a:defRPr sz="1200"/>
            </a:lvl9pPr>
          </a:lstStyle>
          <a:p>
            <a:endParaRPr/>
          </a:p>
        </p:txBody>
      </p:sp>
      <p:sp>
        <p:nvSpPr>
          <p:cNvPr id="47" name="Google Shape;47;p39"/>
          <p:cNvSpPr txBox="1">
            <a:spLocks noGrp="1"/>
          </p:cNvSpPr>
          <p:nvPr>
            <p:ph type="body" idx="2"/>
          </p:nvPr>
        </p:nvSpPr>
        <p:spPr>
          <a:xfrm>
            <a:off x="3600450" y="2682240"/>
            <a:ext cx="2743200" cy="5608320"/>
          </a:xfrm>
          <a:prstGeom prst="rect">
            <a:avLst/>
          </a:prstGeom>
          <a:noFill/>
          <a:ln>
            <a:noFill/>
          </a:ln>
        </p:spPr>
        <p:txBody>
          <a:bodyPr spcFirstLastPara="1" wrap="square" lIns="91425" tIns="45700" rIns="91425" bIns="45700" anchor="t" anchorCtr="0">
            <a:normAutofit/>
          </a:bodyPr>
          <a:lstStyle>
            <a:lvl1pPr marL="457200" lvl="0" indent="-333375" algn="l">
              <a:lnSpc>
                <a:spcPct val="90000"/>
              </a:lnSpc>
              <a:spcBef>
                <a:spcPts val="900"/>
              </a:spcBef>
              <a:spcAft>
                <a:spcPts val="0"/>
              </a:spcAft>
              <a:buSzPts val="1650"/>
              <a:buChar char="▪"/>
              <a:defRPr sz="1650"/>
            </a:lvl1pPr>
            <a:lvl2pPr marL="914400" lvl="1" indent="-323850" algn="l">
              <a:lnSpc>
                <a:spcPct val="90000"/>
              </a:lnSpc>
              <a:spcBef>
                <a:spcPts val="150"/>
              </a:spcBef>
              <a:spcAft>
                <a:spcPts val="0"/>
              </a:spcAft>
              <a:buSzPts val="1500"/>
              <a:buChar char="▪"/>
              <a:defRPr sz="1500"/>
            </a:lvl2pPr>
            <a:lvl3pPr marL="1371600" lvl="2" indent="-314325" algn="l">
              <a:lnSpc>
                <a:spcPct val="90000"/>
              </a:lnSpc>
              <a:spcBef>
                <a:spcPts val="300"/>
              </a:spcBef>
              <a:spcAft>
                <a:spcPts val="0"/>
              </a:spcAft>
              <a:buSzPts val="1350"/>
              <a:buChar char="▪"/>
              <a:defRPr sz="1350"/>
            </a:lvl3pPr>
            <a:lvl4pPr marL="1828800" lvl="3" indent="-304800" algn="l">
              <a:lnSpc>
                <a:spcPct val="90000"/>
              </a:lnSpc>
              <a:spcBef>
                <a:spcPts val="300"/>
              </a:spcBef>
              <a:spcAft>
                <a:spcPts val="0"/>
              </a:spcAft>
              <a:buSzPts val="1200"/>
              <a:buChar char="▪"/>
              <a:defRPr sz="1200"/>
            </a:lvl4pPr>
            <a:lvl5pPr marL="2286000" lvl="4" indent="-304800" algn="l">
              <a:lnSpc>
                <a:spcPct val="90000"/>
              </a:lnSpc>
              <a:spcBef>
                <a:spcPts val="300"/>
              </a:spcBef>
              <a:spcAft>
                <a:spcPts val="0"/>
              </a:spcAft>
              <a:buSzPts val="1200"/>
              <a:buChar char="▪"/>
              <a:defRPr sz="1200"/>
            </a:lvl5pPr>
            <a:lvl6pPr marL="2743200" lvl="5" indent="-304800" algn="l">
              <a:lnSpc>
                <a:spcPct val="90000"/>
              </a:lnSpc>
              <a:spcBef>
                <a:spcPts val="300"/>
              </a:spcBef>
              <a:spcAft>
                <a:spcPts val="0"/>
              </a:spcAft>
              <a:buSzPts val="1200"/>
              <a:buChar char="▪"/>
              <a:defRPr sz="1200"/>
            </a:lvl6pPr>
            <a:lvl7pPr marL="3200400" lvl="6" indent="-304800" algn="l">
              <a:lnSpc>
                <a:spcPct val="90000"/>
              </a:lnSpc>
              <a:spcBef>
                <a:spcPts val="300"/>
              </a:spcBef>
              <a:spcAft>
                <a:spcPts val="0"/>
              </a:spcAft>
              <a:buSzPts val="1200"/>
              <a:buChar char="▪"/>
              <a:defRPr sz="1200"/>
            </a:lvl7pPr>
            <a:lvl8pPr marL="3657600" lvl="7" indent="-304800" algn="l">
              <a:lnSpc>
                <a:spcPct val="90000"/>
              </a:lnSpc>
              <a:spcBef>
                <a:spcPts val="300"/>
              </a:spcBef>
              <a:spcAft>
                <a:spcPts val="0"/>
              </a:spcAft>
              <a:buSzPts val="1200"/>
              <a:buChar char="▪"/>
              <a:defRPr sz="1200"/>
            </a:lvl8pPr>
            <a:lvl9pPr marL="4114800" lvl="8" indent="-304800" algn="l">
              <a:lnSpc>
                <a:spcPct val="90000"/>
              </a:lnSpc>
              <a:spcBef>
                <a:spcPts val="300"/>
              </a:spcBef>
              <a:spcAft>
                <a:spcPts val="300"/>
              </a:spcAft>
              <a:buSzPts val="1200"/>
              <a:buChar char="▪"/>
              <a:defRPr sz="1200"/>
            </a:lvl9pPr>
          </a:lstStyle>
          <a:p>
            <a:endParaRPr/>
          </a:p>
        </p:txBody>
      </p:sp>
      <p:sp>
        <p:nvSpPr>
          <p:cNvPr id="48" name="Google Shape;48;p39"/>
          <p:cNvSpPr txBox="1">
            <a:spLocks noGrp="1"/>
          </p:cNvSpPr>
          <p:nvPr>
            <p:ph type="dt" idx="10"/>
          </p:nvPr>
        </p:nvSpPr>
        <p:spPr>
          <a:xfrm>
            <a:off x="511168" y="8563808"/>
            <a:ext cx="1946282" cy="486833"/>
          </a:xfrm>
          <a:prstGeom prst="rect">
            <a:avLst/>
          </a:prstGeom>
          <a:noFill/>
          <a:ln>
            <a:noFill/>
          </a:ln>
        </p:spPr>
        <p:txBody>
          <a:bodyPr spcFirstLastPara="1" wrap="square" lIns="91425" tIns="45700" rIns="4570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39"/>
          <p:cNvSpPr txBox="1">
            <a:spLocks noGrp="1"/>
          </p:cNvSpPr>
          <p:nvPr>
            <p:ph type="ftr" idx="11"/>
          </p:nvPr>
        </p:nvSpPr>
        <p:spPr>
          <a:xfrm>
            <a:off x="3143251" y="8563808"/>
            <a:ext cx="3045470" cy="486833"/>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39"/>
          <p:cNvSpPr txBox="1">
            <a:spLocks noGrp="1"/>
          </p:cNvSpPr>
          <p:nvPr>
            <p:ph type="sldNum" idx="12"/>
          </p:nvPr>
        </p:nvSpPr>
        <p:spPr>
          <a:xfrm>
            <a:off x="6198854" y="8563808"/>
            <a:ext cx="532274" cy="486833"/>
          </a:xfrm>
          <a:prstGeom prst="rect">
            <a:avLst/>
          </a:prstGeom>
          <a:noFill/>
          <a:ln>
            <a:noFill/>
          </a:ln>
        </p:spPr>
        <p:txBody>
          <a:bodyPr spcFirstLastPara="1" wrap="square" lIns="45700"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1"/>
        <p:cNvGrpSpPr/>
        <p:nvPr/>
      </p:nvGrpSpPr>
      <p:grpSpPr>
        <a:xfrm>
          <a:off x="0" y="0"/>
          <a:ext cx="0" cy="0"/>
          <a:chOff x="0" y="0"/>
          <a:chExt cx="0" cy="0"/>
        </a:xfrm>
      </p:grpSpPr>
      <p:sp>
        <p:nvSpPr>
          <p:cNvPr id="52" name="Google Shape;52;p40"/>
          <p:cNvSpPr txBox="1">
            <a:spLocks noGrp="1"/>
          </p:cNvSpPr>
          <p:nvPr>
            <p:ph type="title"/>
          </p:nvPr>
        </p:nvSpPr>
        <p:spPr>
          <a:xfrm>
            <a:off x="513764" y="378901"/>
            <a:ext cx="5829300" cy="2011680"/>
          </a:xfrm>
          <a:prstGeom prst="rect">
            <a:avLst/>
          </a:prstGeom>
          <a:noFill/>
          <a:ln>
            <a:noFill/>
          </a:ln>
        </p:spPr>
        <p:txBody>
          <a:bodyPr spcFirstLastPara="1" wrap="square" lIns="91425" tIns="45700" rIns="91425" bIns="45700" anchor="ctr" anchorCtr="0">
            <a:normAutofit/>
          </a:bodyPr>
          <a:lstStyle>
            <a:lvl1pPr lvl="0" algn="l">
              <a:lnSpc>
                <a:spcPct val="8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40"/>
          <p:cNvSpPr txBox="1">
            <a:spLocks noGrp="1"/>
          </p:cNvSpPr>
          <p:nvPr>
            <p:ph type="body" idx="1"/>
          </p:nvPr>
        </p:nvSpPr>
        <p:spPr>
          <a:xfrm>
            <a:off x="514350" y="2551293"/>
            <a:ext cx="2743200" cy="99079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900"/>
              </a:spcBef>
              <a:spcAft>
                <a:spcPts val="0"/>
              </a:spcAft>
              <a:buSzPts val="1500"/>
              <a:buNone/>
              <a:defRPr sz="1500" b="1"/>
            </a:lvl1pPr>
            <a:lvl2pPr marL="914400" lvl="1" indent="-228600" algn="l">
              <a:lnSpc>
                <a:spcPct val="90000"/>
              </a:lnSpc>
              <a:spcBef>
                <a:spcPts val="150"/>
              </a:spcBef>
              <a:spcAft>
                <a:spcPts val="0"/>
              </a:spcAft>
              <a:buSzPts val="1500"/>
              <a:buNone/>
              <a:defRPr sz="1500" b="1"/>
            </a:lvl2pPr>
            <a:lvl3pPr marL="1371600" lvl="2" indent="-228600" algn="l">
              <a:lnSpc>
                <a:spcPct val="90000"/>
              </a:lnSpc>
              <a:spcBef>
                <a:spcPts val="300"/>
              </a:spcBef>
              <a:spcAft>
                <a:spcPts val="0"/>
              </a:spcAft>
              <a:buSzPts val="1350"/>
              <a:buNone/>
              <a:defRPr sz="1350" b="1"/>
            </a:lvl3pPr>
            <a:lvl4pPr marL="1828800" lvl="3" indent="-228600" algn="l">
              <a:lnSpc>
                <a:spcPct val="90000"/>
              </a:lnSpc>
              <a:spcBef>
                <a:spcPts val="300"/>
              </a:spcBef>
              <a:spcAft>
                <a:spcPts val="0"/>
              </a:spcAft>
              <a:buSzPts val="1200"/>
              <a:buNone/>
              <a:defRPr sz="1200" b="1"/>
            </a:lvl4pPr>
            <a:lvl5pPr marL="2286000" lvl="4" indent="-228600" algn="l">
              <a:lnSpc>
                <a:spcPct val="90000"/>
              </a:lnSpc>
              <a:spcBef>
                <a:spcPts val="300"/>
              </a:spcBef>
              <a:spcAft>
                <a:spcPts val="0"/>
              </a:spcAft>
              <a:buSzPts val="1200"/>
              <a:buNone/>
              <a:defRPr sz="1200" b="1"/>
            </a:lvl5pPr>
            <a:lvl6pPr marL="2743200" lvl="5" indent="-228600" algn="l">
              <a:lnSpc>
                <a:spcPct val="90000"/>
              </a:lnSpc>
              <a:spcBef>
                <a:spcPts val="300"/>
              </a:spcBef>
              <a:spcAft>
                <a:spcPts val="0"/>
              </a:spcAft>
              <a:buSzPts val="1200"/>
              <a:buNone/>
              <a:defRPr sz="1200" b="1"/>
            </a:lvl6pPr>
            <a:lvl7pPr marL="3200400" lvl="6" indent="-228600" algn="l">
              <a:lnSpc>
                <a:spcPct val="90000"/>
              </a:lnSpc>
              <a:spcBef>
                <a:spcPts val="300"/>
              </a:spcBef>
              <a:spcAft>
                <a:spcPts val="0"/>
              </a:spcAft>
              <a:buSzPts val="1200"/>
              <a:buNone/>
              <a:defRPr sz="1200" b="1"/>
            </a:lvl7pPr>
            <a:lvl8pPr marL="3657600" lvl="7" indent="-228600" algn="l">
              <a:lnSpc>
                <a:spcPct val="90000"/>
              </a:lnSpc>
              <a:spcBef>
                <a:spcPts val="300"/>
              </a:spcBef>
              <a:spcAft>
                <a:spcPts val="0"/>
              </a:spcAft>
              <a:buSzPts val="1200"/>
              <a:buNone/>
              <a:defRPr sz="1200" b="1"/>
            </a:lvl8pPr>
            <a:lvl9pPr marL="4114800" lvl="8" indent="-228600" algn="l">
              <a:lnSpc>
                <a:spcPct val="90000"/>
              </a:lnSpc>
              <a:spcBef>
                <a:spcPts val="300"/>
              </a:spcBef>
              <a:spcAft>
                <a:spcPts val="300"/>
              </a:spcAft>
              <a:buSzPts val="1200"/>
              <a:buNone/>
              <a:defRPr sz="1200" b="1"/>
            </a:lvl9pPr>
          </a:lstStyle>
          <a:p>
            <a:endParaRPr/>
          </a:p>
        </p:txBody>
      </p:sp>
      <p:sp>
        <p:nvSpPr>
          <p:cNvPr id="54" name="Google Shape;54;p40"/>
          <p:cNvSpPr txBox="1">
            <a:spLocks noGrp="1"/>
          </p:cNvSpPr>
          <p:nvPr>
            <p:ph type="body" idx="2"/>
          </p:nvPr>
        </p:nvSpPr>
        <p:spPr>
          <a:xfrm>
            <a:off x="514350" y="3542088"/>
            <a:ext cx="2743200" cy="4754880"/>
          </a:xfrm>
          <a:prstGeom prst="rect">
            <a:avLst/>
          </a:prstGeom>
          <a:noFill/>
          <a:ln>
            <a:noFill/>
          </a:ln>
        </p:spPr>
        <p:txBody>
          <a:bodyPr spcFirstLastPara="1" wrap="square" lIns="91425" tIns="45700" rIns="91425" bIns="45700" anchor="t" anchorCtr="0">
            <a:normAutofit/>
          </a:bodyPr>
          <a:lstStyle>
            <a:lvl1pPr marL="457200" lvl="0" indent="-333375" algn="l">
              <a:lnSpc>
                <a:spcPct val="90000"/>
              </a:lnSpc>
              <a:spcBef>
                <a:spcPts val="900"/>
              </a:spcBef>
              <a:spcAft>
                <a:spcPts val="0"/>
              </a:spcAft>
              <a:buSzPts val="1650"/>
              <a:buChar char="▪"/>
              <a:defRPr sz="1650"/>
            </a:lvl1pPr>
            <a:lvl2pPr marL="914400" lvl="1" indent="-323850" algn="l">
              <a:lnSpc>
                <a:spcPct val="90000"/>
              </a:lnSpc>
              <a:spcBef>
                <a:spcPts val="150"/>
              </a:spcBef>
              <a:spcAft>
                <a:spcPts val="0"/>
              </a:spcAft>
              <a:buSzPts val="1500"/>
              <a:buChar char="▪"/>
              <a:defRPr sz="1500"/>
            </a:lvl2pPr>
            <a:lvl3pPr marL="1371600" lvl="2" indent="-314325" algn="l">
              <a:lnSpc>
                <a:spcPct val="90000"/>
              </a:lnSpc>
              <a:spcBef>
                <a:spcPts val="300"/>
              </a:spcBef>
              <a:spcAft>
                <a:spcPts val="0"/>
              </a:spcAft>
              <a:buSzPts val="1350"/>
              <a:buChar char="▪"/>
              <a:defRPr sz="1350"/>
            </a:lvl3pPr>
            <a:lvl4pPr marL="1828800" lvl="3" indent="-304800" algn="l">
              <a:lnSpc>
                <a:spcPct val="90000"/>
              </a:lnSpc>
              <a:spcBef>
                <a:spcPts val="300"/>
              </a:spcBef>
              <a:spcAft>
                <a:spcPts val="0"/>
              </a:spcAft>
              <a:buSzPts val="1200"/>
              <a:buChar char="▪"/>
              <a:defRPr sz="1200"/>
            </a:lvl4pPr>
            <a:lvl5pPr marL="2286000" lvl="4" indent="-304800" algn="l">
              <a:lnSpc>
                <a:spcPct val="90000"/>
              </a:lnSpc>
              <a:spcBef>
                <a:spcPts val="300"/>
              </a:spcBef>
              <a:spcAft>
                <a:spcPts val="0"/>
              </a:spcAft>
              <a:buSzPts val="1200"/>
              <a:buChar char="▪"/>
              <a:defRPr sz="1200"/>
            </a:lvl5pPr>
            <a:lvl6pPr marL="2743200" lvl="5" indent="-304800" algn="l">
              <a:lnSpc>
                <a:spcPct val="90000"/>
              </a:lnSpc>
              <a:spcBef>
                <a:spcPts val="300"/>
              </a:spcBef>
              <a:spcAft>
                <a:spcPts val="0"/>
              </a:spcAft>
              <a:buSzPts val="1200"/>
              <a:buChar char="▪"/>
              <a:defRPr sz="1200"/>
            </a:lvl6pPr>
            <a:lvl7pPr marL="3200400" lvl="6" indent="-304800" algn="l">
              <a:lnSpc>
                <a:spcPct val="90000"/>
              </a:lnSpc>
              <a:spcBef>
                <a:spcPts val="300"/>
              </a:spcBef>
              <a:spcAft>
                <a:spcPts val="0"/>
              </a:spcAft>
              <a:buSzPts val="1200"/>
              <a:buChar char="▪"/>
              <a:defRPr sz="1200"/>
            </a:lvl7pPr>
            <a:lvl8pPr marL="3657600" lvl="7" indent="-304800" algn="l">
              <a:lnSpc>
                <a:spcPct val="90000"/>
              </a:lnSpc>
              <a:spcBef>
                <a:spcPts val="300"/>
              </a:spcBef>
              <a:spcAft>
                <a:spcPts val="0"/>
              </a:spcAft>
              <a:buSzPts val="1200"/>
              <a:buChar char="▪"/>
              <a:defRPr sz="1200"/>
            </a:lvl8pPr>
            <a:lvl9pPr marL="4114800" lvl="8" indent="-304800" algn="l">
              <a:lnSpc>
                <a:spcPct val="90000"/>
              </a:lnSpc>
              <a:spcBef>
                <a:spcPts val="300"/>
              </a:spcBef>
              <a:spcAft>
                <a:spcPts val="300"/>
              </a:spcAft>
              <a:buSzPts val="1200"/>
              <a:buChar char="▪"/>
              <a:defRPr sz="1200"/>
            </a:lvl9pPr>
          </a:lstStyle>
          <a:p>
            <a:endParaRPr/>
          </a:p>
        </p:txBody>
      </p:sp>
      <p:sp>
        <p:nvSpPr>
          <p:cNvPr id="55" name="Google Shape;55;p40"/>
          <p:cNvSpPr txBox="1">
            <a:spLocks noGrp="1"/>
          </p:cNvSpPr>
          <p:nvPr>
            <p:ph type="body" idx="3"/>
          </p:nvPr>
        </p:nvSpPr>
        <p:spPr>
          <a:xfrm>
            <a:off x="3600321" y="2551293"/>
            <a:ext cx="2743200" cy="99079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900"/>
              </a:spcBef>
              <a:spcAft>
                <a:spcPts val="0"/>
              </a:spcAft>
              <a:buSzPts val="1500"/>
              <a:buNone/>
              <a:defRPr sz="1500" b="1"/>
            </a:lvl1pPr>
            <a:lvl2pPr marL="914400" lvl="1" indent="-228600" algn="l">
              <a:lnSpc>
                <a:spcPct val="90000"/>
              </a:lnSpc>
              <a:spcBef>
                <a:spcPts val="150"/>
              </a:spcBef>
              <a:spcAft>
                <a:spcPts val="0"/>
              </a:spcAft>
              <a:buSzPts val="1500"/>
              <a:buNone/>
              <a:defRPr sz="1500" b="1"/>
            </a:lvl2pPr>
            <a:lvl3pPr marL="1371600" lvl="2" indent="-228600" algn="l">
              <a:lnSpc>
                <a:spcPct val="90000"/>
              </a:lnSpc>
              <a:spcBef>
                <a:spcPts val="300"/>
              </a:spcBef>
              <a:spcAft>
                <a:spcPts val="0"/>
              </a:spcAft>
              <a:buSzPts val="1350"/>
              <a:buNone/>
              <a:defRPr sz="1350" b="1"/>
            </a:lvl3pPr>
            <a:lvl4pPr marL="1828800" lvl="3" indent="-228600" algn="l">
              <a:lnSpc>
                <a:spcPct val="90000"/>
              </a:lnSpc>
              <a:spcBef>
                <a:spcPts val="300"/>
              </a:spcBef>
              <a:spcAft>
                <a:spcPts val="0"/>
              </a:spcAft>
              <a:buSzPts val="1200"/>
              <a:buNone/>
              <a:defRPr sz="1200" b="1"/>
            </a:lvl4pPr>
            <a:lvl5pPr marL="2286000" lvl="4" indent="-228600" algn="l">
              <a:lnSpc>
                <a:spcPct val="90000"/>
              </a:lnSpc>
              <a:spcBef>
                <a:spcPts val="300"/>
              </a:spcBef>
              <a:spcAft>
                <a:spcPts val="0"/>
              </a:spcAft>
              <a:buSzPts val="1200"/>
              <a:buNone/>
              <a:defRPr sz="1200" b="1"/>
            </a:lvl5pPr>
            <a:lvl6pPr marL="2743200" lvl="5" indent="-228600" algn="l">
              <a:lnSpc>
                <a:spcPct val="90000"/>
              </a:lnSpc>
              <a:spcBef>
                <a:spcPts val="300"/>
              </a:spcBef>
              <a:spcAft>
                <a:spcPts val="0"/>
              </a:spcAft>
              <a:buSzPts val="1200"/>
              <a:buNone/>
              <a:defRPr sz="1200" b="1"/>
            </a:lvl6pPr>
            <a:lvl7pPr marL="3200400" lvl="6" indent="-228600" algn="l">
              <a:lnSpc>
                <a:spcPct val="90000"/>
              </a:lnSpc>
              <a:spcBef>
                <a:spcPts val="300"/>
              </a:spcBef>
              <a:spcAft>
                <a:spcPts val="0"/>
              </a:spcAft>
              <a:buSzPts val="1200"/>
              <a:buNone/>
              <a:defRPr sz="1200" b="1"/>
            </a:lvl7pPr>
            <a:lvl8pPr marL="3657600" lvl="7" indent="-228600" algn="l">
              <a:lnSpc>
                <a:spcPct val="90000"/>
              </a:lnSpc>
              <a:spcBef>
                <a:spcPts val="300"/>
              </a:spcBef>
              <a:spcAft>
                <a:spcPts val="0"/>
              </a:spcAft>
              <a:buSzPts val="1200"/>
              <a:buNone/>
              <a:defRPr sz="1200" b="1"/>
            </a:lvl8pPr>
            <a:lvl9pPr marL="4114800" lvl="8" indent="-228600" algn="l">
              <a:lnSpc>
                <a:spcPct val="90000"/>
              </a:lnSpc>
              <a:spcBef>
                <a:spcPts val="300"/>
              </a:spcBef>
              <a:spcAft>
                <a:spcPts val="300"/>
              </a:spcAft>
              <a:buSzPts val="1200"/>
              <a:buNone/>
              <a:defRPr sz="1200" b="1"/>
            </a:lvl9pPr>
          </a:lstStyle>
          <a:p>
            <a:endParaRPr/>
          </a:p>
        </p:txBody>
      </p:sp>
      <p:sp>
        <p:nvSpPr>
          <p:cNvPr id="56" name="Google Shape;56;p40"/>
          <p:cNvSpPr txBox="1">
            <a:spLocks noGrp="1"/>
          </p:cNvSpPr>
          <p:nvPr>
            <p:ph type="body" idx="4"/>
          </p:nvPr>
        </p:nvSpPr>
        <p:spPr>
          <a:xfrm>
            <a:off x="3600321" y="3542085"/>
            <a:ext cx="2743200" cy="4754880"/>
          </a:xfrm>
          <a:prstGeom prst="rect">
            <a:avLst/>
          </a:prstGeom>
          <a:noFill/>
          <a:ln>
            <a:noFill/>
          </a:ln>
        </p:spPr>
        <p:txBody>
          <a:bodyPr spcFirstLastPara="1" wrap="square" lIns="91425" tIns="45700" rIns="91425" bIns="45700" anchor="t" anchorCtr="0">
            <a:normAutofit/>
          </a:bodyPr>
          <a:lstStyle>
            <a:lvl1pPr marL="457200" lvl="0" indent="-333375" algn="l">
              <a:lnSpc>
                <a:spcPct val="90000"/>
              </a:lnSpc>
              <a:spcBef>
                <a:spcPts val="900"/>
              </a:spcBef>
              <a:spcAft>
                <a:spcPts val="0"/>
              </a:spcAft>
              <a:buSzPts val="1650"/>
              <a:buChar char="▪"/>
              <a:defRPr sz="1650"/>
            </a:lvl1pPr>
            <a:lvl2pPr marL="914400" lvl="1" indent="-323850" algn="l">
              <a:lnSpc>
                <a:spcPct val="90000"/>
              </a:lnSpc>
              <a:spcBef>
                <a:spcPts val="150"/>
              </a:spcBef>
              <a:spcAft>
                <a:spcPts val="0"/>
              </a:spcAft>
              <a:buSzPts val="1500"/>
              <a:buChar char="▪"/>
              <a:defRPr sz="1500"/>
            </a:lvl2pPr>
            <a:lvl3pPr marL="1371600" lvl="2" indent="-314325" algn="l">
              <a:lnSpc>
                <a:spcPct val="90000"/>
              </a:lnSpc>
              <a:spcBef>
                <a:spcPts val="300"/>
              </a:spcBef>
              <a:spcAft>
                <a:spcPts val="0"/>
              </a:spcAft>
              <a:buSzPts val="1350"/>
              <a:buChar char="▪"/>
              <a:defRPr sz="1350"/>
            </a:lvl3pPr>
            <a:lvl4pPr marL="1828800" lvl="3" indent="-304800" algn="l">
              <a:lnSpc>
                <a:spcPct val="90000"/>
              </a:lnSpc>
              <a:spcBef>
                <a:spcPts val="300"/>
              </a:spcBef>
              <a:spcAft>
                <a:spcPts val="0"/>
              </a:spcAft>
              <a:buSzPts val="1200"/>
              <a:buChar char="▪"/>
              <a:defRPr sz="1200"/>
            </a:lvl4pPr>
            <a:lvl5pPr marL="2286000" lvl="4" indent="-304800" algn="l">
              <a:lnSpc>
                <a:spcPct val="90000"/>
              </a:lnSpc>
              <a:spcBef>
                <a:spcPts val="300"/>
              </a:spcBef>
              <a:spcAft>
                <a:spcPts val="0"/>
              </a:spcAft>
              <a:buSzPts val="1200"/>
              <a:buChar char="▪"/>
              <a:defRPr sz="1200"/>
            </a:lvl5pPr>
            <a:lvl6pPr marL="2743200" lvl="5" indent="-304800" algn="l">
              <a:lnSpc>
                <a:spcPct val="90000"/>
              </a:lnSpc>
              <a:spcBef>
                <a:spcPts val="300"/>
              </a:spcBef>
              <a:spcAft>
                <a:spcPts val="0"/>
              </a:spcAft>
              <a:buSzPts val="1200"/>
              <a:buChar char="▪"/>
              <a:defRPr sz="1200"/>
            </a:lvl6pPr>
            <a:lvl7pPr marL="3200400" lvl="6" indent="-304800" algn="l">
              <a:lnSpc>
                <a:spcPct val="90000"/>
              </a:lnSpc>
              <a:spcBef>
                <a:spcPts val="300"/>
              </a:spcBef>
              <a:spcAft>
                <a:spcPts val="0"/>
              </a:spcAft>
              <a:buSzPts val="1200"/>
              <a:buChar char="▪"/>
              <a:defRPr sz="1200"/>
            </a:lvl7pPr>
            <a:lvl8pPr marL="3657600" lvl="7" indent="-304800" algn="l">
              <a:lnSpc>
                <a:spcPct val="90000"/>
              </a:lnSpc>
              <a:spcBef>
                <a:spcPts val="300"/>
              </a:spcBef>
              <a:spcAft>
                <a:spcPts val="0"/>
              </a:spcAft>
              <a:buSzPts val="1200"/>
              <a:buChar char="▪"/>
              <a:defRPr sz="1200"/>
            </a:lvl8pPr>
            <a:lvl9pPr marL="4114800" lvl="8" indent="-304800" algn="l">
              <a:lnSpc>
                <a:spcPct val="90000"/>
              </a:lnSpc>
              <a:spcBef>
                <a:spcPts val="300"/>
              </a:spcBef>
              <a:spcAft>
                <a:spcPts val="300"/>
              </a:spcAft>
              <a:buSzPts val="1200"/>
              <a:buChar char="▪"/>
              <a:defRPr sz="1200"/>
            </a:lvl9pPr>
          </a:lstStyle>
          <a:p>
            <a:endParaRPr/>
          </a:p>
        </p:txBody>
      </p:sp>
      <p:sp>
        <p:nvSpPr>
          <p:cNvPr id="57" name="Google Shape;57;p40"/>
          <p:cNvSpPr txBox="1">
            <a:spLocks noGrp="1"/>
          </p:cNvSpPr>
          <p:nvPr>
            <p:ph type="dt" idx="10"/>
          </p:nvPr>
        </p:nvSpPr>
        <p:spPr>
          <a:xfrm>
            <a:off x="511168" y="8563808"/>
            <a:ext cx="1946282" cy="486833"/>
          </a:xfrm>
          <a:prstGeom prst="rect">
            <a:avLst/>
          </a:prstGeom>
          <a:noFill/>
          <a:ln>
            <a:noFill/>
          </a:ln>
        </p:spPr>
        <p:txBody>
          <a:bodyPr spcFirstLastPara="1" wrap="square" lIns="91425" tIns="45700" rIns="4570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40"/>
          <p:cNvSpPr txBox="1">
            <a:spLocks noGrp="1"/>
          </p:cNvSpPr>
          <p:nvPr>
            <p:ph type="ftr" idx="11"/>
          </p:nvPr>
        </p:nvSpPr>
        <p:spPr>
          <a:xfrm>
            <a:off x="3143251" y="8563808"/>
            <a:ext cx="3045470" cy="486833"/>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40"/>
          <p:cNvSpPr txBox="1">
            <a:spLocks noGrp="1"/>
          </p:cNvSpPr>
          <p:nvPr>
            <p:ph type="sldNum" idx="12"/>
          </p:nvPr>
        </p:nvSpPr>
        <p:spPr>
          <a:xfrm>
            <a:off x="6198854" y="8563808"/>
            <a:ext cx="532274" cy="486833"/>
          </a:xfrm>
          <a:prstGeom prst="rect">
            <a:avLst/>
          </a:prstGeom>
          <a:noFill/>
          <a:ln>
            <a:noFill/>
          </a:ln>
        </p:spPr>
        <p:txBody>
          <a:bodyPr spcFirstLastPara="1" wrap="square" lIns="45700"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0"/>
        <p:cNvGrpSpPr/>
        <p:nvPr/>
      </p:nvGrpSpPr>
      <p:grpSpPr>
        <a:xfrm>
          <a:off x="0" y="0"/>
          <a:ext cx="0" cy="0"/>
          <a:chOff x="0" y="0"/>
          <a:chExt cx="0" cy="0"/>
        </a:xfrm>
      </p:grpSpPr>
      <p:sp>
        <p:nvSpPr>
          <p:cNvPr id="61" name="Google Shape;61;p41"/>
          <p:cNvSpPr txBox="1">
            <a:spLocks noGrp="1"/>
          </p:cNvSpPr>
          <p:nvPr>
            <p:ph type="title"/>
          </p:nvPr>
        </p:nvSpPr>
        <p:spPr>
          <a:xfrm>
            <a:off x="513764" y="378901"/>
            <a:ext cx="5829300" cy="2011680"/>
          </a:xfrm>
          <a:prstGeom prst="rect">
            <a:avLst/>
          </a:prstGeom>
          <a:noFill/>
          <a:ln>
            <a:noFill/>
          </a:ln>
        </p:spPr>
        <p:txBody>
          <a:bodyPr spcFirstLastPara="1" wrap="square" lIns="91425" tIns="45700" rIns="91425" bIns="45700" anchor="ctr" anchorCtr="0">
            <a:normAutofit/>
          </a:bodyPr>
          <a:lstStyle>
            <a:lvl1pPr lvl="0" algn="l">
              <a:lnSpc>
                <a:spcPct val="8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41"/>
          <p:cNvSpPr txBox="1">
            <a:spLocks noGrp="1"/>
          </p:cNvSpPr>
          <p:nvPr>
            <p:ph type="dt" idx="10"/>
          </p:nvPr>
        </p:nvSpPr>
        <p:spPr>
          <a:xfrm>
            <a:off x="511168" y="8563808"/>
            <a:ext cx="1946282" cy="486833"/>
          </a:xfrm>
          <a:prstGeom prst="rect">
            <a:avLst/>
          </a:prstGeom>
          <a:noFill/>
          <a:ln>
            <a:noFill/>
          </a:ln>
        </p:spPr>
        <p:txBody>
          <a:bodyPr spcFirstLastPara="1" wrap="square" lIns="91425" tIns="45700" rIns="4570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41"/>
          <p:cNvSpPr txBox="1">
            <a:spLocks noGrp="1"/>
          </p:cNvSpPr>
          <p:nvPr>
            <p:ph type="ftr" idx="11"/>
          </p:nvPr>
        </p:nvSpPr>
        <p:spPr>
          <a:xfrm>
            <a:off x="3143251" y="8563808"/>
            <a:ext cx="3045470" cy="486833"/>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41"/>
          <p:cNvSpPr txBox="1">
            <a:spLocks noGrp="1"/>
          </p:cNvSpPr>
          <p:nvPr>
            <p:ph type="sldNum" idx="12"/>
          </p:nvPr>
        </p:nvSpPr>
        <p:spPr>
          <a:xfrm>
            <a:off x="6198854" y="8563808"/>
            <a:ext cx="532274" cy="486833"/>
          </a:xfrm>
          <a:prstGeom prst="rect">
            <a:avLst/>
          </a:prstGeom>
          <a:noFill/>
          <a:ln>
            <a:noFill/>
          </a:ln>
        </p:spPr>
        <p:txBody>
          <a:bodyPr spcFirstLastPara="1" wrap="square" lIns="45700"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42"/>
          <p:cNvSpPr txBox="1">
            <a:spLocks noGrp="1"/>
          </p:cNvSpPr>
          <p:nvPr>
            <p:ph type="title"/>
          </p:nvPr>
        </p:nvSpPr>
        <p:spPr>
          <a:xfrm>
            <a:off x="513764" y="378901"/>
            <a:ext cx="5829300" cy="2011680"/>
          </a:xfrm>
          <a:prstGeom prst="rect">
            <a:avLst/>
          </a:prstGeom>
          <a:noFill/>
          <a:ln>
            <a:noFill/>
          </a:ln>
        </p:spPr>
        <p:txBody>
          <a:bodyPr spcFirstLastPara="1" wrap="square" lIns="91425" tIns="45700" rIns="91425" bIns="45700" anchor="ctr" anchorCtr="0">
            <a:normAutofit/>
          </a:bodyPr>
          <a:lstStyle>
            <a:lvl1pPr lvl="0" algn="l">
              <a:lnSpc>
                <a:spcPct val="8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42"/>
          <p:cNvSpPr txBox="1">
            <a:spLocks noGrp="1"/>
          </p:cNvSpPr>
          <p:nvPr>
            <p:ph type="body" idx="1"/>
          </p:nvPr>
        </p:nvSpPr>
        <p:spPr>
          <a:xfrm>
            <a:off x="514350" y="2865120"/>
            <a:ext cx="3429000" cy="5120640"/>
          </a:xfrm>
          <a:prstGeom prst="rect">
            <a:avLst/>
          </a:prstGeom>
          <a:noFill/>
          <a:ln>
            <a:noFill/>
          </a:ln>
        </p:spPr>
        <p:txBody>
          <a:bodyPr spcFirstLastPara="1" wrap="square" lIns="91425" tIns="45700" rIns="91425" bIns="45700" anchor="t" anchorCtr="0">
            <a:normAutofit/>
          </a:bodyPr>
          <a:lstStyle>
            <a:lvl1pPr marL="457200" lvl="0" indent="-333375" algn="l">
              <a:lnSpc>
                <a:spcPct val="90000"/>
              </a:lnSpc>
              <a:spcBef>
                <a:spcPts val="900"/>
              </a:spcBef>
              <a:spcAft>
                <a:spcPts val="0"/>
              </a:spcAft>
              <a:buSzPts val="1650"/>
              <a:buChar char="▪"/>
              <a:defRPr sz="1650"/>
            </a:lvl1pPr>
            <a:lvl2pPr marL="914400" lvl="1" indent="-323850" algn="l">
              <a:lnSpc>
                <a:spcPct val="90000"/>
              </a:lnSpc>
              <a:spcBef>
                <a:spcPts val="150"/>
              </a:spcBef>
              <a:spcAft>
                <a:spcPts val="0"/>
              </a:spcAft>
              <a:buSzPts val="1500"/>
              <a:buChar char="▪"/>
              <a:defRPr sz="1500"/>
            </a:lvl2pPr>
            <a:lvl3pPr marL="1371600" lvl="2" indent="-314325" algn="l">
              <a:lnSpc>
                <a:spcPct val="90000"/>
              </a:lnSpc>
              <a:spcBef>
                <a:spcPts val="300"/>
              </a:spcBef>
              <a:spcAft>
                <a:spcPts val="0"/>
              </a:spcAft>
              <a:buSzPts val="1350"/>
              <a:buChar char="▪"/>
              <a:defRPr sz="1350"/>
            </a:lvl3pPr>
            <a:lvl4pPr marL="1828800" lvl="3" indent="-304800" algn="l">
              <a:lnSpc>
                <a:spcPct val="90000"/>
              </a:lnSpc>
              <a:spcBef>
                <a:spcPts val="300"/>
              </a:spcBef>
              <a:spcAft>
                <a:spcPts val="0"/>
              </a:spcAft>
              <a:buSzPts val="1200"/>
              <a:buChar char="▪"/>
              <a:defRPr sz="1200"/>
            </a:lvl4pPr>
            <a:lvl5pPr marL="2286000" lvl="4" indent="-304800" algn="l">
              <a:lnSpc>
                <a:spcPct val="90000"/>
              </a:lnSpc>
              <a:spcBef>
                <a:spcPts val="300"/>
              </a:spcBef>
              <a:spcAft>
                <a:spcPts val="0"/>
              </a:spcAft>
              <a:buSzPts val="1200"/>
              <a:buChar char="▪"/>
              <a:defRPr sz="1200"/>
            </a:lvl5pPr>
            <a:lvl6pPr marL="2743200" lvl="5" indent="-304800" algn="l">
              <a:lnSpc>
                <a:spcPct val="90000"/>
              </a:lnSpc>
              <a:spcBef>
                <a:spcPts val="300"/>
              </a:spcBef>
              <a:spcAft>
                <a:spcPts val="0"/>
              </a:spcAft>
              <a:buSzPts val="1200"/>
              <a:buChar char="▪"/>
              <a:defRPr sz="1200"/>
            </a:lvl6pPr>
            <a:lvl7pPr marL="3200400" lvl="6" indent="-304800" algn="l">
              <a:lnSpc>
                <a:spcPct val="90000"/>
              </a:lnSpc>
              <a:spcBef>
                <a:spcPts val="300"/>
              </a:spcBef>
              <a:spcAft>
                <a:spcPts val="0"/>
              </a:spcAft>
              <a:buSzPts val="1200"/>
              <a:buChar char="▪"/>
              <a:defRPr sz="1200"/>
            </a:lvl7pPr>
            <a:lvl8pPr marL="3657600" lvl="7" indent="-304800" algn="l">
              <a:lnSpc>
                <a:spcPct val="90000"/>
              </a:lnSpc>
              <a:spcBef>
                <a:spcPts val="300"/>
              </a:spcBef>
              <a:spcAft>
                <a:spcPts val="0"/>
              </a:spcAft>
              <a:buSzPts val="1200"/>
              <a:buChar char="▪"/>
              <a:defRPr sz="1200"/>
            </a:lvl8pPr>
            <a:lvl9pPr marL="4114800" lvl="8" indent="-304800" algn="l">
              <a:lnSpc>
                <a:spcPct val="90000"/>
              </a:lnSpc>
              <a:spcBef>
                <a:spcPts val="300"/>
              </a:spcBef>
              <a:spcAft>
                <a:spcPts val="300"/>
              </a:spcAft>
              <a:buSzPts val="1200"/>
              <a:buChar char="▪"/>
              <a:defRPr sz="1200"/>
            </a:lvl9pPr>
          </a:lstStyle>
          <a:p>
            <a:endParaRPr/>
          </a:p>
        </p:txBody>
      </p:sp>
      <p:sp>
        <p:nvSpPr>
          <p:cNvPr id="68" name="Google Shape;68;p42"/>
          <p:cNvSpPr txBox="1">
            <a:spLocks noGrp="1"/>
          </p:cNvSpPr>
          <p:nvPr>
            <p:ph type="body" idx="2"/>
          </p:nvPr>
        </p:nvSpPr>
        <p:spPr>
          <a:xfrm>
            <a:off x="4419426" y="2863317"/>
            <a:ext cx="1920240" cy="4576425"/>
          </a:xfrm>
          <a:prstGeom prst="rect">
            <a:avLst/>
          </a:prstGeom>
          <a:noFill/>
          <a:ln>
            <a:noFill/>
          </a:ln>
        </p:spPr>
        <p:txBody>
          <a:bodyPr spcFirstLastPara="1" wrap="square" lIns="91425" tIns="45700" rIns="91425" bIns="45700" anchor="t" anchorCtr="0">
            <a:normAutofit/>
          </a:bodyPr>
          <a:lstStyle>
            <a:lvl1pPr marL="457200" lvl="0" indent="-228600" algn="l">
              <a:lnSpc>
                <a:spcPct val="95000"/>
              </a:lnSpc>
              <a:spcBef>
                <a:spcPts val="900"/>
              </a:spcBef>
              <a:spcAft>
                <a:spcPts val="0"/>
              </a:spcAft>
              <a:buSzPts val="1275"/>
              <a:buNone/>
              <a:defRPr sz="1275"/>
            </a:lvl1pPr>
            <a:lvl2pPr marL="914400" lvl="1" indent="-228600" algn="l">
              <a:lnSpc>
                <a:spcPct val="90000"/>
              </a:lnSpc>
              <a:spcBef>
                <a:spcPts val="150"/>
              </a:spcBef>
              <a:spcAft>
                <a:spcPts val="0"/>
              </a:spcAft>
              <a:buSzPts val="900"/>
              <a:buNone/>
              <a:defRPr sz="900"/>
            </a:lvl2pPr>
            <a:lvl3pPr marL="1371600" lvl="2" indent="-228600" algn="l">
              <a:lnSpc>
                <a:spcPct val="90000"/>
              </a:lnSpc>
              <a:spcBef>
                <a:spcPts val="300"/>
              </a:spcBef>
              <a:spcAft>
                <a:spcPts val="0"/>
              </a:spcAft>
              <a:buSzPts val="750"/>
              <a:buNone/>
              <a:defRPr sz="750"/>
            </a:lvl3pPr>
            <a:lvl4pPr marL="1828800" lvl="3" indent="-228600" algn="l">
              <a:lnSpc>
                <a:spcPct val="90000"/>
              </a:lnSpc>
              <a:spcBef>
                <a:spcPts val="300"/>
              </a:spcBef>
              <a:spcAft>
                <a:spcPts val="0"/>
              </a:spcAft>
              <a:buSzPts val="675"/>
              <a:buNone/>
              <a:defRPr sz="675"/>
            </a:lvl4pPr>
            <a:lvl5pPr marL="2286000" lvl="4" indent="-228600" algn="l">
              <a:lnSpc>
                <a:spcPct val="90000"/>
              </a:lnSpc>
              <a:spcBef>
                <a:spcPts val="300"/>
              </a:spcBef>
              <a:spcAft>
                <a:spcPts val="0"/>
              </a:spcAft>
              <a:buSzPts val="675"/>
              <a:buNone/>
              <a:defRPr sz="675"/>
            </a:lvl5pPr>
            <a:lvl6pPr marL="2743200" lvl="5" indent="-228600" algn="l">
              <a:lnSpc>
                <a:spcPct val="90000"/>
              </a:lnSpc>
              <a:spcBef>
                <a:spcPts val="300"/>
              </a:spcBef>
              <a:spcAft>
                <a:spcPts val="0"/>
              </a:spcAft>
              <a:buSzPts val="675"/>
              <a:buNone/>
              <a:defRPr sz="675"/>
            </a:lvl6pPr>
            <a:lvl7pPr marL="3200400" lvl="6" indent="-228600" algn="l">
              <a:lnSpc>
                <a:spcPct val="90000"/>
              </a:lnSpc>
              <a:spcBef>
                <a:spcPts val="300"/>
              </a:spcBef>
              <a:spcAft>
                <a:spcPts val="0"/>
              </a:spcAft>
              <a:buSzPts val="675"/>
              <a:buNone/>
              <a:defRPr sz="675"/>
            </a:lvl7pPr>
            <a:lvl8pPr marL="3657600" lvl="7" indent="-228600" algn="l">
              <a:lnSpc>
                <a:spcPct val="90000"/>
              </a:lnSpc>
              <a:spcBef>
                <a:spcPts val="300"/>
              </a:spcBef>
              <a:spcAft>
                <a:spcPts val="0"/>
              </a:spcAft>
              <a:buSzPts val="675"/>
              <a:buNone/>
              <a:defRPr sz="675"/>
            </a:lvl8pPr>
            <a:lvl9pPr marL="4114800" lvl="8" indent="-228600" algn="l">
              <a:lnSpc>
                <a:spcPct val="90000"/>
              </a:lnSpc>
              <a:spcBef>
                <a:spcPts val="300"/>
              </a:spcBef>
              <a:spcAft>
                <a:spcPts val="300"/>
              </a:spcAft>
              <a:buSzPts val="675"/>
              <a:buNone/>
              <a:defRPr sz="675"/>
            </a:lvl9pPr>
          </a:lstStyle>
          <a:p>
            <a:endParaRPr/>
          </a:p>
        </p:txBody>
      </p:sp>
      <p:sp>
        <p:nvSpPr>
          <p:cNvPr id="69" name="Google Shape;69;p42"/>
          <p:cNvSpPr txBox="1">
            <a:spLocks noGrp="1"/>
          </p:cNvSpPr>
          <p:nvPr>
            <p:ph type="dt" idx="10"/>
          </p:nvPr>
        </p:nvSpPr>
        <p:spPr>
          <a:xfrm>
            <a:off x="511168" y="8563808"/>
            <a:ext cx="1946282" cy="486833"/>
          </a:xfrm>
          <a:prstGeom prst="rect">
            <a:avLst/>
          </a:prstGeom>
          <a:noFill/>
          <a:ln>
            <a:noFill/>
          </a:ln>
        </p:spPr>
        <p:txBody>
          <a:bodyPr spcFirstLastPara="1" wrap="square" lIns="91425" tIns="45700" rIns="4570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42"/>
          <p:cNvSpPr txBox="1">
            <a:spLocks noGrp="1"/>
          </p:cNvSpPr>
          <p:nvPr>
            <p:ph type="ftr" idx="11"/>
          </p:nvPr>
        </p:nvSpPr>
        <p:spPr>
          <a:xfrm>
            <a:off x="3143251" y="8563808"/>
            <a:ext cx="3045470" cy="486833"/>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42"/>
          <p:cNvSpPr txBox="1">
            <a:spLocks noGrp="1"/>
          </p:cNvSpPr>
          <p:nvPr>
            <p:ph type="sldNum" idx="12"/>
          </p:nvPr>
        </p:nvSpPr>
        <p:spPr>
          <a:xfrm>
            <a:off x="6198854" y="8563808"/>
            <a:ext cx="532274" cy="486833"/>
          </a:xfrm>
          <a:prstGeom prst="rect">
            <a:avLst/>
          </a:prstGeom>
          <a:noFill/>
          <a:ln>
            <a:noFill/>
          </a:ln>
        </p:spPr>
        <p:txBody>
          <a:bodyPr spcFirstLastPara="1" wrap="square" lIns="45700"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2"/>
        <p:cNvGrpSpPr/>
        <p:nvPr/>
      </p:nvGrpSpPr>
      <p:grpSpPr>
        <a:xfrm>
          <a:off x="0" y="0"/>
          <a:ext cx="0" cy="0"/>
          <a:chOff x="0" y="0"/>
          <a:chExt cx="0" cy="0"/>
        </a:xfrm>
      </p:grpSpPr>
      <p:sp>
        <p:nvSpPr>
          <p:cNvPr id="73" name="Google Shape;73;p43"/>
          <p:cNvSpPr txBox="1">
            <a:spLocks noGrp="1"/>
          </p:cNvSpPr>
          <p:nvPr>
            <p:ph type="title"/>
          </p:nvPr>
        </p:nvSpPr>
        <p:spPr>
          <a:xfrm>
            <a:off x="513764" y="378901"/>
            <a:ext cx="5829300" cy="2011680"/>
          </a:xfrm>
          <a:prstGeom prst="rect">
            <a:avLst/>
          </a:prstGeom>
          <a:noFill/>
          <a:ln>
            <a:noFill/>
          </a:ln>
        </p:spPr>
        <p:txBody>
          <a:bodyPr spcFirstLastPara="1" wrap="square" lIns="91425" tIns="45700" rIns="91425" bIns="45700" anchor="ctr" anchorCtr="0">
            <a:normAutofit/>
          </a:bodyPr>
          <a:lstStyle>
            <a:lvl1pPr lvl="0" algn="l">
              <a:lnSpc>
                <a:spcPct val="8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43"/>
          <p:cNvSpPr>
            <a:spLocks noGrp="1"/>
          </p:cNvSpPr>
          <p:nvPr>
            <p:ph type="pic" idx="2"/>
          </p:nvPr>
        </p:nvSpPr>
        <p:spPr>
          <a:xfrm>
            <a:off x="514350" y="2948659"/>
            <a:ext cx="3566160" cy="5120640"/>
          </a:xfrm>
          <a:prstGeom prst="rect">
            <a:avLst/>
          </a:prstGeom>
          <a:solidFill>
            <a:srgbClr val="F7F7F7"/>
          </a:solidFill>
          <a:ln>
            <a:noFill/>
          </a:ln>
        </p:spPr>
      </p:sp>
      <p:sp>
        <p:nvSpPr>
          <p:cNvPr id="75" name="Google Shape;75;p43"/>
          <p:cNvSpPr txBox="1">
            <a:spLocks noGrp="1"/>
          </p:cNvSpPr>
          <p:nvPr>
            <p:ph type="body" idx="1"/>
          </p:nvPr>
        </p:nvSpPr>
        <p:spPr>
          <a:xfrm>
            <a:off x="4414013" y="2867495"/>
            <a:ext cx="1920240" cy="4572000"/>
          </a:xfrm>
          <a:prstGeom prst="rect">
            <a:avLst/>
          </a:prstGeom>
          <a:noFill/>
          <a:ln>
            <a:noFill/>
          </a:ln>
        </p:spPr>
        <p:txBody>
          <a:bodyPr spcFirstLastPara="1" wrap="square" lIns="91425" tIns="45700" rIns="91425" bIns="45700" anchor="t" anchorCtr="0">
            <a:normAutofit/>
          </a:bodyPr>
          <a:lstStyle>
            <a:lvl1pPr marL="457200" lvl="0" indent="-228600" algn="l">
              <a:lnSpc>
                <a:spcPct val="95000"/>
              </a:lnSpc>
              <a:spcBef>
                <a:spcPts val="900"/>
              </a:spcBef>
              <a:spcAft>
                <a:spcPts val="0"/>
              </a:spcAft>
              <a:buSzPts val="1275"/>
              <a:buNone/>
              <a:defRPr sz="1275"/>
            </a:lvl1pPr>
            <a:lvl2pPr marL="914400" lvl="1" indent="-228600" algn="l">
              <a:lnSpc>
                <a:spcPct val="90000"/>
              </a:lnSpc>
              <a:spcBef>
                <a:spcPts val="150"/>
              </a:spcBef>
              <a:spcAft>
                <a:spcPts val="0"/>
              </a:spcAft>
              <a:buSzPts val="900"/>
              <a:buNone/>
              <a:defRPr sz="900"/>
            </a:lvl2pPr>
            <a:lvl3pPr marL="1371600" lvl="2" indent="-228600" algn="l">
              <a:lnSpc>
                <a:spcPct val="90000"/>
              </a:lnSpc>
              <a:spcBef>
                <a:spcPts val="300"/>
              </a:spcBef>
              <a:spcAft>
                <a:spcPts val="0"/>
              </a:spcAft>
              <a:buSzPts val="750"/>
              <a:buNone/>
              <a:defRPr sz="750"/>
            </a:lvl3pPr>
            <a:lvl4pPr marL="1828800" lvl="3" indent="-228600" algn="l">
              <a:lnSpc>
                <a:spcPct val="90000"/>
              </a:lnSpc>
              <a:spcBef>
                <a:spcPts val="300"/>
              </a:spcBef>
              <a:spcAft>
                <a:spcPts val="0"/>
              </a:spcAft>
              <a:buSzPts val="675"/>
              <a:buNone/>
              <a:defRPr sz="675"/>
            </a:lvl4pPr>
            <a:lvl5pPr marL="2286000" lvl="4" indent="-228600" algn="l">
              <a:lnSpc>
                <a:spcPct val="90000"/>
              </a:lnSpc>
              <a:spcBef>
                <a:spcPts val="300"/>
              </a:spcBef>
              <a:spcAft>
                <a:spcPts val="0"/>
              </a:spcAft>
              <a:buSzPts val="675"/>
              <a:buNone/>
              <a:defRPr sz="675"/>
            </a:lvl5pPr>
            <a:lvl6pPr marL="2743200" lvl="5" indent="-228600" algn="l">
              <a:lnSpc>
                <a:spcPct val="90000"/>
              </a:lnSpc>
              <a:spcBef>
                <a:spcPts val="300"/>
              </a:spcBef>
              <a:spcAft>
                <a:spcPts val="0"/>
              </a:spcAft>
              <a:buSzPts val="675"/>
              <a:buNone/>
              <a:defRPr sz="675"/>
            </a:lvl6pPr>
            <a:lvl7pPr marL="3200400" lvl="6" indent="-228600" algn="l">
              <a:lnSpc>
                <a:spcPct val="90000"/>
              </a:lnSpc>
              <a:spcBef>
                <a:spcPts val="300"/>
              </a:spcBef>
              <a:spcAft>
                <a:spcPts val="0"/>
              </a:spcAft>
              <a:buSzPts val="675"/>
              <a:buNone/>
              <a:defRPr sz="675"/>
            </a:lvl7pPr>
            <a:lvl8pPr marL="3657600" lvl="7" indent="-228600" algn="l">
              <a:lnSpc>
                <a:spcPct val="90000"/>
              </a:lnSpc>
              <a:spcBef>
                <a:spcPts val="300"/>
              </a:spcBef>
              <a:spcAft>
                <a:spcPts val="0"/>
              </a:spcAft>
              <a:buSzPts val="675"/>
              <a:buNone/>
              <a:defRPr sz="675"/>
            </a:lvl8pPr>
            <a:lvl9pPr marL="4114800" lvl="8" indent="-228600" algn="l">
              <a:lnSpc>
                <a:spcPct val="90000"/>
              </a:lnSpc>
              <a:spcBef>
                <a:spcPts val="300"/>
              </a:spcBef>
              <a:spcAft>
                <a:spcPts val="300"/>
              </a:spcAft>
              <a:buSzPts val="675"/>
              <a:buNone/>
              <a:defRPr sz="675"/>
            </a:lvl9pPr>
          </a:lstStyle>
          <a:p>
            <a:endParaRPr/>
          </a:p>
        </p:txBody>
      </p:sp>
      <p:sp>
        <p:nvSpPr>
          <p:cNvPr id="76" name="Google Shape;76;p43"/>
          <p:cNvSpPr txBox="1">
            <a:spLocks noGrp="1"/>
          </p:cNvSpPr>
          <p:nvPr>
            <p:ph type="dt" idx="10"/>
          </p:nvPr>
        </p:nvSpPr>
        <p:spPr>
          <a:xfrm>
            <a:off x="511168" y="8563808"/>
            <a:ext cx="1946282" cy="486833"/>
          </a:xfrm>
          <a:prstGeom prst="rect">
            <a:avLst/>
          </a:prstGeom>
          <a:noFill/>
          <a:ln>
            <a:noFill/>
          </a:ln>
        </p:spPr>
        <p:txBody>
          <a:bodyPr spcFirstLastPara="1" wrap="square" lIns="91425" tIns="45700" rIns="4570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43"/>
          <p:cNvSpPr txBox="1">
            <a:spLocks noGrp="1"/>
          </p:cNvSpPr>
          <p:nvPr>
            <p:ph type="ftr" idx="11"/>
          </p:nvPr>
        </p:nvSpPr>
        <p:spPr>
          <a:xfrm>
            <a:off x="3143251" y="8563808"/>
            <a:ext cx="3045470" cy="486833"/>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43"/>
          <p:cNvSpPr txBox="1">
            <a:spLocks noGrp="1"/>
          </p:cNvSpPr>
          <p:nvPr>
            <p:ph type="sldNum" idx="12"/>
          </p:nvPr>
        </p:nvSpPr>
        <p:spPr>
          <a:xfrm>
            <a:off x="6198854" y="8563808"/>
            <a:ext cx="532274" cy="486833"/>
          </a:xfrm>
          <a:prstGeom prst="rect">
            <a:avLst/>
          </a:prstGeom>
          <a:noFill/>
          <a:ln>
            <a:noFill/>
          </a:ln>
        </p:spPr>
        <p:txBody>
          <a:bodyPr spcFirstLastPara="1" wrap="square" lIns="45700"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9"/>
        <p:cNvGrpSpPr/>
        <p:nvPr/>
      </p:nvGrpSpPr>
      <p:grpSpPr>
        <a:xfrm>
          <a:off x="0" y="0"/>
          <a:ext cx="0" cy="0"/>
          <a:chOff x="0" y="0"/>
          <a:chExt cx="0" cy="0"/>
        </a:xfrm>
      </p:grpSpPr>
      <p:sp>
        <p:nvSpPr>
          <p:cNvPr id="80" name="Google Shape;80;p44"/>
          <p:cNvSpPr txBox="1">
            <a:spLocks noGrp="1"/>
          </p:cNvSpPr>
          <p:nvPr>
            <p:ph type="title"/>
          </p:nvPr>
        </p:nvSpPr>
        <p:spPr>
          <a:xfrm>
            <a:off x="513764" y="378901"/>
            <a:ext cx="5829300" cy="2011680"/>
          </a:xfrm>
          <a:prstGeom prst="rect">
            <a:avLst/>
          </a:prstGeom>
          <a:noFill/>
          <a:ln>
            <a:noFill/>
          </a:ln>
        </p:spPr>
        <p:txBody>
          <a:bodyPr spcFirstLastPara="1" wrap="square" lIns="91425" tIns="45700" rIns="91425" bIns="45700" anchor="ctr" anchorCtr="0">
            <a:normAutofit/>
          </a:bodyPr>
          <a:lstStyle>
            <a:lvl1pPr lvl="0" algn="l">
              <a:lnSpc>
                <a:spcPct val="8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44"/>
          <p:cNvSpPr txBox="1">
            <a:spLocks noGrp="1"/>
          </p:cNvSpPr>
          <p:nvPr>
            <p:ph type="body" idx="1"/>
          </p:nvPr>
        </p:nvSpPr>
        <p:spPr>
          <a:xfrm rot="5400000">
            <a:off x="624254" y="2571750"/>
            <a:ext cx="5608320" cy="5829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900"/>
              </a:spcBef>
              <a:spcAft>
                <a:spcPts val="0"/>
              </a:spcAft>
              <a:buSzPts val="1800"/>
              <a:buChar char="▪"/>
              <a:defRPr/>
            </a:lvl1pPr>
            <a:lvl2pPr marL="914400" lvl="1" indent="-342900" algn="l">
              <a:lnSpc>
                <a:spcPct val="90000"/>
              </a:lnSpc>
              <a:spcBef>
                <a:spcPts val="150"/>
              </a:spcBef>
              <a:spcAft>
                <a:spcPts val="0"/>
              </a:spcAft>
              <a:buSzPts val="1800"/>
              <a:buChar char="▪"/>
              <a:defRPr/>
            </a:lvl2pPr>
            <a:lvl3pPr marL="1371600" lvl="2" indent="-342900" algn="l">
              <a:lnSpc>
                <a:spcPct val="90000"/>
              </a:lnSpc>
              <a:spcBef>
                <a:spcPts val="300"/>
              </a:spcBef>
              <a:spcAft>
                <a:spcPts val="0"/>
              </a:spcAft>
              <a:buSzPts val="1800"/>
              <a:buChar char="▪"/>
              <a:defRPr/>
            </a:lvl3pPr>
            <a:lvl4pPr marL="1828800" lvl="3" indent="-342900" algn="l">
              <a:lnSpc>
                <a:spcPct val="90000"/>
              </a:lnSpc>
              <a:spcBef>
                <a:spcPts val="300"/>
              </a:spcBef>
              <a:spcAft>
                <a:spcPts val="0"/>
              </a:spcAft>
              <a:buSzPts val="1800"/>
              <a:buChar char="▪"/>
              <a:defRPr/>
            </a:lvl4pPr>
            <a:lvl5pPr marL="2286000" lvl="4" indent="-342900" algn="l">
              <a:lnSpc>
                <a:spcPct val="90000"/>
              </a:lnSpc>
              <a:spcBef>
                <a:spcPts val="300"/>
              </a:spcBef>
              <a:spcAft>
                <a:spcPts val="0"/>
              </a:spcAft>
              <a:buSzPts val="1800"/>
              <a:buChar char="▪"/>
              <a:defRPr/>
            </a:lvl5pPr>
            <a:lvl6pPr marL="2743200" lvl="5" indent="-342900" algn="l">
              <a:lnSpc>
                <a:spcPct val="90000"/>
              </a:lnSpc>
              <a:spcBef>
                <a:spcPts val="300"/>
              </a:spcBef>
              <a:spcAft>
                <a:spcPts val="0"/>
              </a:spcAft>
              <a:buSzPts val="1800"/>
              <a:buChar char="▪"/>
              <a:defRPr/>
            </a:lvl6pPr>
            <a:lvl7pPr marL="3200400" lvl="6" indent="-342900" algn="l">
              <a:lnSpc>
                <a:spcPct val="90000"/>
              </a:lnSpc>
              <a:spcBef>
                <a:spcPts val="300"/>
              </a:spcBef>
              <a:spcAft>
                <a:spcPts val="0"/>
              </a:spcAft>
              <a:buSzPts val="1800"/>
              <a:buChar char="▪"/>
              <a:defRPr/>
            </a:lvl7pPr>
            <a:lvl8pPr marL="3657600" lvl="7" indent="-342900" algn="l">
              <a:lnSpc>
                <a:spcPct val="90000"/>
              </a:lnSpc>
              <a:spcBef>
                <a:spcPts val="300"/>
              </a:spcBef>
              <a:spcAft>
                <a:spcPts val="0"/>
              </a:spcAft>
              <a:buSzPts val="1800"/>
              <a:buChar char="▪"/>
              <a:defRPr/>
            </a:lvl8pPr>
            <a:lvl9pPr marL="4114800" lvl="8" indent="-342900" algn="l">
              <a:lnSpc>
                <a:spcPct val="90000"/>
              </a:lnSpc>
              <a:spcBef>
                <a:spcPts val="300"/>
              </a:spcBef>
              <a:spcAft>
                <a:spcPts val="300"/>
              </a:spcAft>
              <a:buSzPts val="1800"/>
              <a:buChar char="▪"/>
              <a:defRPr/>
            </a:lvl9pPr>
          </a:lstStyle>
          <a:p>
            <a:endParaRPr/>
          </a:p>
        </p:txBody>
      </p:sp>
      <p:sp>
        <p:nvSpPr>
          <p:cNvPr id="82" name="Google Shape;82;p44"/>
          <p:cNvSpPr txBox="1">
            <a:spLocks noGrp="1"/>
          </p:cNvSpPr>
          <p:nvPr>
            <p:ph type="dt" idx="10"/>
          </p:nvPr>
        </p:nvSpPr>
        <p:spPr>
          <a:xfrm>
            <a:off x="511168" y="8563808"/>
            <a:ext cx="1946282" cy="486833"/>
          </a:xfrm>
          <a:prstGeom prst="rect">
            <a:avLst/>
          </a:prstGeom>
          <a:noFill/>
          <a:ln>
            <a:noFill/>
          </a:ln>
        </p:spPr>
        <p:txBody>
          <a:bodyPr spcFirstLastPara="1" wrap="square" lIns="91425" tIns="45700" rIns="4570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44"/>
          <p:cNvSpPr txBox="1">
            <a:spLocks noGrp="1"/>
          </p:cNvSpPr>
          <p:nvPr>
            <p:ph type="ftr" idx="11"/>
          </p:nvPr>
        </p:nvSpPr>
        <p:spPr>
          <a:xfrm>
            <a:off x="3143251" y="8563808"/>
            <a:ext cx="3045470" cy="486833"/>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44"/>
          <p:cNvSpPr txBox="1">
            <a:spLocks noGrp="1"/>
          </p:cNvSpPr>
          <p:nvPr>
            <p:ph type="sldNum" idx="12"/>
          </p:nvPr>
        </p:nvSpPr>
        <p:spPr>
          <a:xfrm>
            <a:off x="6198854" y="8563808"/>
            <a:ext cx="532274" cy="486833"/>
          </a:xfrm>
          <a:prstGeom prst="rect">
            <a:avLst/>
          </a:prstGeom>
          <a:noFill/>
          <a:ln>
            <a:noFill/>
          </a:ln>
        </p:spPr>
        <p:txBody>
          <a:bodyPr spcFirstLastPara="1" wrap="square" lIns="45700"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85"/>
        <p:cNvGrpSpPr/>
        <p:nvPr/>
      </p:nvGrpSpPr>
      <p:grpSpPr>
        <a:xfrm>
          <a:off x="0" y="0"/>
          <a:ext cx="0" cy="0"/>
          <a:chOff x="0" y="0"/>
          <a:chExt cx="0" cy="0"/>
        </a:xfrm>
      </p:grpSpPr>
      <p:sp>
        <p:nvSpPr>
          <p:cNvPr id="86" name="Google Shape;86;p45"/>
          <p:cNvSpPr/>
          <p:nvPr/>
        </p:nvSpPr>
        <p:spPr>
          <a:xfrm>
            <a:off x="5073363" y="0"/>
            <a:ext cx="1543050" cy="91440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45"/>
          <p:cNvSpPr txBox="1">
            <a:spLocks noGrp="1"/>
          </p:cNvSpPr>
          <p:nvPr>
            <p:ph type="title"/>
          </p:nvPr>
        </p:nvSpPr>
        <p:spPr>
          <a:xfrm rot="5400000">
            <a:off x="2069321" y="3896331"/>
            <a:ext cx="7518400" cy="1351339"/>
          </a:xfrm>
          <a:prstGeom prst="rect">
            <a:avLst/>
          </a:prstGeom>
          <a:noFill/>
          <a:ln>
            <a:noFill/>
          </a:ln>
        </p:spPr>
        <p:txBody>
          <a:bodyPr spcFirstLastPara="1" wrap="square" lIns="91425" tIns="45700" rIns="91425" bIns="45700" anchor="ctr" anchorCtr="0">
            <a:normAutofit/>
          </a:bodyPr>
          <a:lstStyle>
            <a:lvl1pPr lvl="0" algn="l">
              <a:lnSpc>
                <a:spcPct val="8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8" name="Google Shape;88;p45"/>
          <p:cNvSpPr txBox="1">
            <a:spLocks noGrp="1"/>
          </p:cNvSpPr>
          <p:nvPr>
            <p:ph type="body" idx="1"/>
          </p:nvPr>
        </p:nvSpPr>
        <p:spPr>
          <a:xfrm rot="5400000">
            <a:off x="-1045224" y="2329512"/>
            <a:ext cx="7518400" cy="448497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900"/>
              </a:spcBef>
              <a:spcAft>
                <a:spcPts val="0"/>
              </a:spcAft>
              <a:buSzPts val="1800"/>
              <a:buChar char="▪"/>
              <a:defRPr/>
            </a:lvl1pPr>
            <a:lvl2pPr marL="914400" lvl="1" indent="-342900" algn="l">
              <a:lnSpc>
                <a:spcPct val="90000"/>
              </a:lnSpc>
              <a:spcBef>
                <a:spcPts val="150"/>
              </a:spcBef>
              <a:spcAft>
                <a:spcPts val="0"/>
              </a:spcAft>
              <a:buSzPts val="1800"/>
              <a:buChar char="▪"/>
              <a:defRPr/>
            </a:lvl2pPr>
            <a:lvl3pPr marL="1371600" lvl="2" indent="-342900" algn="l">
              <a:lnSpc>
                <a:spcPct val="90000"/>
              </a:lnSpc>
              <a:spcBef>
                <a:spcPts val="300"/>
              </a:spcBef>
              <a:spcAft>
                <a:spcPts val="0"/>
              </a:spcAft>
              <a:buSzPts val="1800"/>
              <a:buChar char="▪"/>
              <a:defRPr/>
            </a:lvl3pPr>
            <a:lvl4pPr marL="1828800" lvl="3" indent="-342900" algn="l">
              <a:lnSpc>
                <a:spcPct val="90000"/>
              </a:lnSpc>
              <a:spcBef>
                <a:spcPts val="300"/>
              </a:spcBef>
              <a:spcAft>
                <a:spcPts val="0"/>
              </a:spcAft>
              <a:buSzPts val="1800"/>
              <a:buChar char="▪"/>
              <a:defRPr/>
            </a:lvl4pPr>
            <a:lvl5pPr marL="2286000" lvl="4" indent="-342900" algn="l">
              <a:lnSpc>
                <a:spcPct val="90000"/>
              </a:lnSpc>
              <a:spcBef>
                <a:spcPts val="300"/>
              </a:spcBef>
              <a:spcAft>
                <a:spcPts val="0"/>
              </a:spcAft>
              <a:buSzPts val="1800"/>
              <a:buChar char="▪"/>
              <a:defRPr/>
            </a:lvl5pPr>
            <a:lvl6pPr marL="2743200" lvl="5" indent="-342900" algn="l">
              <a:lnSpc>
                <a:spcPct val="90000"/>
              </a:lnSpc>
              <a:spcBef>
                <a:spcPts val="300"/>
              </a:spcBef>
              <a:spcAft>
                <a:spcPts val="0"/>
              </a:spcAft>
              <a:buSzPts val="1800"/>
              <a:buChar char="▪"/>
              <a:defRPr/>
            </a:lvl6pPr>
            <a:lvl7pPr marL="3200400" lvl="6" indent="-342900" algn="l">
              <a:lnSpc>
                <a:spcPct val="90000"/>
              </a:lnSpc>
              <a:spcBef>
                <a:spcPts val="300"/>
              </a:spcBef>
              <a:spcAft>
                <a:spcPts val="0"/>
              </a:spcAft>
              <a:buSzPts val="1800"/>
              <a:buChar char="▪"/>
              <a:defRPr/>
            </a:lvl7pPr>
            <a:lvl8pPr marL="3657600" lvl="7" indent="-342900" algn="l">
              <a:lnSpc>
                <a:spcPct val="90000"/>
              </a:lnSpc>
              <a:spcBef>
                <a:spcPts val="300"/>
              </a:spcBef>
              <a:spcAft>
                <a:spcPts val="0"/>
              </a:spcAft>
              <a:buSzPts val="1800"/>
              <a:buChar char="▪"/>
              <a:defRPr/>
            </a:lvl8pPr>
            <a:lvl9pPr marL="4114800" lvl="8" indent="-342900" algn="l">
              <a:lnSpc>
                <a:spcPct val="90000"/>
              </a:lnSpc>
              <a:spcBef>
                <a:spcPts val="300"/>
              </a:spcBef>
              <a:spcAft>
                <a:spcPts val="300"/>
              </a:spcAft>
              <a:buSzPts val="1800"/>
              <a:buChar char="▪"/>
              <a:defRPr/>
            </a:lvl9pPr>
          </a:lstStyle>
          <a:p>
            <a:endParaRPr/>
          </a:p>
        </p:txBody>
      </p:sp>
      <p:sp>
        <p:nvSpPr>
          <p:cNvPr id="89" name="Google Shape;89;p45"/>
          <p:cNvSpPr txBox="1">
            <a:spLocks noGrp="1"/>
          </p:cNvSpPr>
          <p:nvPr>
            <p:ph type="dt" idx="10"/>
          </p:nvPr>
        </p:nvSpPr>
        <p:spPr>
          <a:xfrm>
            <a:off x="471488" y="8563808"/>
            <a:ext cx="1543048" cy="486833"/>
          </a:xfrm>
          <a:prstGeom prst="rect">
            <a:avLst/>
          </a:prstGeom>
          <a:noFill/>
          <a:ln>
            <a:noFill/>
          </a:ln>
        </p:spPr>
        <p:txBody>
          <a:bodyPr spcFirstLastPara="1" wrap="square" lIns="91425" tIns="45700" rIns="4570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45"/>
          <p:cNvSpPr txBox="1">
            <a:spLocks noGrp="1"/>
          </p:cNvSpPr>
          <p:nvPr>
            <p:ph type="ftr" idx="11"/>
          </p:nvPr>
        </p:nvSpPr>
        <p:spPr>
          <a:xfrm>
            <a:off x="2124077" y="8563808"/>
            <a:ext cx="2407314" cy="486833"/>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45"/>
          <p:cNvSpPr txBox="1">
            <a:spLocks noGrp="1"/>
          </p:cNvSpPr>
          <p:nvPr>
            <p:ph type="sldNum" idx="12"/>
          </p:nvPr>
        </p:nvSpPr>
        <p:spPr>
          <a:xfrm>
            <a:off x="4541091" y="8563808"/>
            <a:ext cx="494864" cy="486833"/>
          </a:xfrm>
          <a:prstGeom prst="rect">
            <a:avLst/>
          </a:prstGeom>
          <a:noFill/>
          <a:ln>
            <a:noFill/>
          </a:ln>
        </p:spPr>
        <p:txBody>
          <a:bodyPr spcFirstLastPara="1" wrap="square" lIns="45700"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Info Slide">
  <p:cSld name="Info Slide">
    <p:bg>
      <p:bgPr>
        <a:solidFill>
          <a:schemeClr val="lt1"/>
        </a:solidFill>
        <a:effectLst/>
      </p:bgPr>
    </p:bg>
    <p:spTree>
      <p:nvGrpSpPr>
        <p:cNvPr id="1" name="Shape 97"/>
        <p:cNvGrpSpPr/>
        <p:nvPr/>
      </p:nvGrpSpPr>
      <p:grpSpPr>
        <a:xfrm>
          <a:off x="0" y="0"/>
          <a:ext cx="0" cy="0"/>
          <a:chOff x="0" y="0"/>
          <a:chExt cx="0" cy="0"/>
        </a:xfrm>
      </p:grpSpPr>
      <p:sp>
        <p:nvSpPr>
          <p:cNvPr id="98" name="Google Shape;98;p34"/>
          <p:cNvSpPr txBox="1"/>
          <p:nvPr/>
        </p:nvSpPr>
        <p:spPr>
          <a:xfrm>
            <a:off x="0" y="0"/>
            <a:ext cx="6858000" cy="723545"/>
          </a:xfrm>
          <a:prstGeom prst="rect">
            <a:avLst/>
          </a:prstGeom>
          <a:solidFill>
            <a:srgbClr val="DBE2E8"/>
          </a:solidFill>
          <a:ln>
            <a:noFill/>
          </a:ln>
        </p:spPr>
        <p:txBody>
          <a:bodyPr spcFirstLastPara="1" wrap="square" lIns="80650" tIns="80650" rIns="80650" bIns="80650" anchor="ctr" anchorCtr="0">
            <a:noAutofit/>
          </a:bodyPr>
          <a:lstStyle/>
          <a:p>
            <a:pPr marL="0" marR="0" lvl="0" indent="0" algn="ctr" rtl="0">
              <a:spcBef>
                <a:spcPts val="0"/>
              </a:spcBef>
              <a:spcAft>
                <a:spcPts val="0"/>
              </a:spcAft>
              <a:buClr>
                <a:srgbClr val="15C26B"/>
              </a:buClr>
              <a:buSzPts val="1941"/>
              <a:buFont typeface="Open Sans"/>
              <a:buNone/>
            </a:pPr>
            <a:r>
              <a:rPr lang="en" sz="1941" b="1" i="1">
                <a:solidFill>
                  <a:srgbClr val="15C26B"/>
                </a:solidFill>
                <a:latin typeface="Open Sans"/>
                <a:ea typeface="Open Sans"/>
                <a:cs typeface="Open Sans"/>
                <a:sym typeface="Open Sans"/>
              </a:rPr>
              <a:t>Project Information Slide</a:t>
            </a:r>
            <a:endParaRPr sz="1941" b="1" i="1">
              <a:solidFill>
                <a:srgbClr val="15C26B"/>
              </a:solidFill>
              <a:latin typeface="Open Sans"/>
              <a:ea typeface="Open Sans"/>
              <a:cs typeface="Open Sans"/>
              <a:sym typeface="Open Sans"/>
            </a:endParaRPr>
          </a:p>
        </p:txBody>
      </p:sp>
      <p:sp>
        <p:nvSpPr>
          <p:cNvPr id="99" name="Google Shape;99;p34"/>
          <p:cNvSpPr txBox="1">
            <a:spLocks noGrp="1"/>
          </p:cNvSpPr>
          <p:nvPr>
            <p:ph type="title"/>
          </p:nvPr>
        </p:nvSpPr>
        <p:spPr>
          <a:xfrm>
            <a:off x="233775" y="791155"/>
            <a:ext cx="6390529" cy="1018091"/>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200"/>
              <a:buFont typeface="Open Sans Light"/>
              <a:buNone/>
              <a:defRPr sz="2824">
                <a:latin typeface="Open Sans Light"/>
                <a:ea typeface="Open Sans Light"/>
                <a:cs typeface="Open Sans Light"/>
                <a:sym typeface="Open Sans Ligh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00" name="Google Shape;100;p34"/>
          <p:cNvSpPr txBox="1">
            <a:spLocks noGrp="1"/>
          </p:cNvSpPr>
          <p:nvPr>
            <p:ph type="body" idx="1"/>
          </p:nvPr>
        </p:nvSpPr>
        <p:spPr>
          <a:xfrm>
            <a:off x="233775" y="2048845"/>
            <a:ext cx="6390529" cy="6073636"/>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Font typeface="Open Sans Light"/>
              <a:buChar char="●"/>
              <a:defRPr>
                <a:latin typeface="Open Sans Light"/>
                <a:ea typeface="Open Sans Light"/>
                <a:cs typeface="Open Sans Light"/>
                <a:sym typeface="Open Sans Light"/>
              </a:defRPr>
            </a:lvl1pPr>
            <a:lvl2pPr marL="914400" lvl="1" indent="-342900" algn="l">
              <a:lnSpc>
                <a:spcPct val="115000"/>
              </a:lnSpc>
              <a:spcBef>
                <a:spcPts val="1412"/>
              </a:spcBef>
              <a:spcAft>
                <a:spcPts val="0"/>
              </a:spcAft>
              <a:buSzPts val="1800"/>
              <a:buFont typeface="Open Sans Light"/>
              <a:buChar char="○"/>
              <a:defRPr sz="1588">
                <a:latin typeface="Open Sans Light"/>
                <a:ea typeface="Open Sans Light"/>
                <a:cs typeface="Open Sans Light"/>
                <a:sym typeface="Open Sans Light"/>
              </a:defRPr>
            </a:lvl2pPr>
            <a:lvl3pPr marL="1371600" lvl="2" indent="-342900" algn="l">
              <a:lnSpc>
                <a:spcPct val="115000"/>
              </a:lnSpc>
              <a:spcBef>
                <a:spcPts val="1412"/>
              </a:spcBef>
              <a:spcAft>
                <a:spcPts val="0"/>
              </a:spcAft>
              <a:buSzPts val="1800"/>
              <a:buFont typeface="Open Sans Light"/>
              <a:buChar char="■"/>
              <a:defRPr sz="1588">
                <a:latin typeface="Open Sans Light"/>
                <a:ea typeface="Open Sans Light"/>
                <a:cs typeface="Open Sans Light"/>
                <a:sym typeface="Open Sans Light"/>
              </a:defRPr>
            </a:lvl3pPr>
            <a:lvl4pPr marL="1828800" lvl="3" indent="-342900" algn="l">
              <a:lnSpc>
                <a:spcPct val="115000"/>
              </a:lnSpc>
              <a:spcBef>
                <a:spcPts val="1412"/>
              </a:spcBef>
              <a:spcAft>
                <a:spcPts val="0"/>
              </a:spcAft>
              <a:buSzPts val="1800"/>
              <a:buFont typeface="Open Sans Light"/>
              <a:buChar char="●"/>
              <a:defRPr sz="1588">
                <a:latin typeface="Open Sans Light"/>
                <a:ea typeface="Open Sans Light"/>
                <a:cs typeface="Open Sans Light"/>
                <a:sym typeface="Open Sans Light"/>
              </a:defRPr>
            </a:lvl4pPr>
            <a:lvl5pPr marL="2286000" lvl="4" indent="-342900" algn="l">
              <a:lnSpc>
                <a:spcPct val="115000"/>
              </a:lnSpc>
              <a:spcBef>
                <a:spcPts val="1412"/>
              </a:spcBef>
              <a:spcAft>
                <a:spcPts val="0"/>
              </a:spcAft>
              <a:buSzPts val="1800"/>
              <a:buFont typeface="Open Sans Light"/>
              <a:buChar char="○"/>
              <a:defRPr sz="1588">
                <a:latin typeface="Open Sans Light"/>
                <a:ea typeface="Open Sans Light"/>
                <a:cs typeface="Open Sans Light"/>
                <a:sym typeface="Open Sans Light"/>
              </a:defRPr>
            </a:lvl5pPr>
            <a:lvl6pPr marL="2743200" lvl="5" indent="-342900" algn="l">
              <a:lnSpc>
                <a:spcPct val="115000"/>
              </a:lnSpc>
              <a:spcBef>
                <a:spcPts val="1412"/>
              </a:spcBef>
              <a:spcAft>
                <a:spcPts val="0"/>
              </a:spcAft>
              <a:buSzPts val="1800"/>
              <a:buFont typeface="Open Sans Light"/>
              <a:buChar char="■"/>
              <a:defRPr sz="1588">
                <a:latin typeface="Open Sans Light"/>
                <a:ea typeface="Open Sans Light"/>
                <a:cs typeface="Open Sans Light"/>
                <a:sym typeface="Open Sans Light"/>
              </a:defRPr>
            </a:lvl6pPr>
            <a:lvl7pPr marL="3200400" lvl="6" indent="-342900" algn="l">
              <a:lnSpc>
                <a:spcPct val="115000"/>
              </a:lnSpc>
              <a:spcBef>
                <a:spcPts val="1412"/>
              </a:spcBef>
              <a:spcAft>
                <a:spcPts val="0"/>
              </a:spcAft>
              <a:buSzPts val="1800"/>
              <a:buFont typeface="Open Sans Light"/>
              <a:buChar char="●"/>
              <a:defRPr sz="1588">
                <a:latin typeface="Open Sans Light"/>
                <a:ea typeface="Open Sans Light"/>
                <a:cs typeface="Open Sans Light"/>
                <a:sym typeface="Open Sans Light"/>
              </a:defRPr>
            </a:lvl7pPr>
            <a:lvl8pPr marL="3657600" lvl="7" indent="-342900" algn="l">
              <a:lnSpc>
                <a:spcPct val="115000"/>
              </a:lnSpc>
              <a:spcBef>
                <a:spcPts val="1412"/>
              </a:spcBef>
              <a:spcAft>
                <a:spcPts val="0"/>
              </a:spcAft>
              <a:buSzPts val="1800"/>
              <a:buFont typeface="Open Sans Light"/>
              <a:buChar char="○"/>
              <a:defRPr sz="1588">
                <a:latin typeface="Open Sans Light"/>
                <a:ea typeface="Open Sans Light"/>
                <a:cs typeface="Open Sans Light"/>
                <a:sym typeface="Open Sans Light"/>
              </a:defRPr>
            </a:lvl8pPr>
            <a:lvl9pPr marL="4114800" lvl="8" indent="-342900" algn="l">
              <a:lnSpc>
                <a:spcPct val="115000"/>
              </a:lnSpc>
              <a:spcBef>
                <a:spcPts val="1412"/>
              </a:spcBef>
              <a:spcAft>
                <a:spcPts val="1412"/>
              </a:spcAft>
              <a:buSzPts val="1800"/>
              <a:buFont typeface="Open Sans Light"/>
              <a:buChar char="■"/>
              <a:defRPr sz="1588">
                <a:latin typeface="Open Sans Light"/>
                <a:ea typeface="Open Sans Light"/>
                <a:cs typeface="Open Sans Light"/>
                <a:sym typeface="Open Sans Light"/>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rgbClr val="02B3E4"/>
        </a:solidFill>
        <a:effectLst/>
      </p:bgPr>
    </p:bg>
    <p:spTree>
      <p:nvGrpSpPr>
        <p:cNvPr id="1" name="Shape 101"/>
        <p:cNvGrpSpPr/>
        <p:nvPr/>
      </p:nvGrpSpPr>
      <p:grpSpPr>
        <a:xfrm>
          <a:off x="0" y="0"/>
          <a:ext cx="0" cy="0"/>
          <a:chOff x="0" y="0"/>
          <a:chExt cx="0" cy="0"/>
        </a:xfrm>
      </p:grpSpPr>
      <p:sp>
        <p:nvSpPr>
          <p:cNvPr id="102" name="Google Shape;102;p46"/>
          <p:cNvSpPr txBox="1">
            <a:spLocks noGrp="1"/>
          </p:cNvSpPr>
          <p:nvPr>
            <p:ph type="title"/>
          </p:nvPr>
        </p:nvSpPr>
        <p:spPr>
          <a:xfrm>
            <a:off x="233775" y="791155"/>
            <a:ext cx="6390529" cy="1018091"/>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1"/>
              </a:buClr>
              <a:buSzPts val="3600"/>
              <a:buFont typeface="Open Sans Light"/>
              <a:buNone/>
              <a:defRPr sz="3177">
                <a:solidFill>
                  <a:schemeClr val="lt1"/>
                </a:solidFill>
                <a:latin typeface="Open Sans Light"/>
                <a:ea typeface="Open Sans Light"/>
                <a:cs typeface="Open Sans Light"/>
                <a:sym typeface="Open Sans Ligh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03" name="Google Shape;103;p46"/>
          <p:cNvSpPr txBox="1">
            <a:spLocks noGrp="1"/>
          </p:cNvSpPr>
          <p:nvPr>
            <p:ph type="title" idx="2"/>
          </p:nvPr>
        </p:nvSpPr>
        <p:spPr>
          <a:xfrm>
            <a:off x="233731" y="7645246"/>
            <a:ext cx="6390529" cy="1018091"/>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1"/>
              </a:buClr>
              <a:buSzPts val="3600"/>
              <a:buFont typeface="Open Sans Light"/>
              <a:buNone/>
              <a:defRPr sz="3177">
                <a:solidFill>
                  <a:schemeClr val="lt1"/>
                </a:solidFill>
                <a:latin typeface="Open Sans Light"/>
                <a:ea typeface="Open Sans Light"/>
                <a:cs typeface="Open Sans Light"/>
                <a:sym typeface="Open Sans Ligh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pic>
        <p:nvPicPr>
          <p:cNvPr id="104" name="Google Shape;104;p46"/>
          <p:cNvPicPr preferRelativeResize="0"/>
          <p:nvPr/>
        </p:nvPicPr>
        <p:blipFill rotWithShape="1">
          <a:blip r:embed="rId2">
            <a:alphaModFix/>
          </a:blip>
          <a:srcRect/>
          <a:stretch/>
        </p:blipFill>
        <p:spPr>
          <a:xfrm>
            <a:off x="0" y="0"/>
            <a:ext cx="6858000" cy="623449"/>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p:cSld name="Section Header">
    <p:bg>
      <p:bgPr>
        <a:solidFill>
          <a:srgbClr val="2D3D49"/>
        </a:solidFill>
        <a:effectLst/>
      </p:bgPr>
    </p:bg>
    <p:spTree>
      <p:nvGrpSpPr>
        <p:cNvPr id="1" name="Shape 105"/>
        <p:cNvGrpSpPr/>
        <p:nvPr/>
      </p:nvGrpSpPr>
      <p:grpSpPr>
        <a:xfrm>
          <a:off x="0" y="0"/>
          <a:ext cx="0" cy="0"/>
          <a:chOff x="0" y="0"/>
          <a:chExt cx="0" cy="0"/>
        </a:xfrm>
      </p:grpSpPr>
      <p:sp>
        <p:nvSpPr>
          <p:cNvPr id="106" name="Google Shape;106;p47"/>
          <p:cNvSpPr txBox="1">
            <a:spLocks noGrp="1"/>
          </p:cNvSpPr>
          <p:nvPr>
            <p:ph type="title"/>
          </p:nvPr>
        </p:nvSpPr>
        <p:spPr>
          <a:xfrm>
            <a:off x="233736" y="1963818"/>
            <a:ext cx="6390529" cy="2321727"/>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lt1"/>
              </a:buClr>
              <a:buSzPts val="4400"/>
              <a:buFont typeface="Open Sans Light"/>
              <a:buNone/>
              <a:defRPr sz="3883">
                <a:solidFill>
                  <a:schemeClr val="lt1"/>
                </a:solidFill>
                <a:latin typeface="Open Sans Light"/>
                <a:ea typeface="Open Sans Light"/>
                <a:cs typeface="Open Sans Light"/>
                <a:sym typeface="Open Sans Light"/>
              </a:defRPr>
            </a:lvl1pPr>
            <a:lvl2pPr lvl="1" algn="ctr">
              <a:lnSpc>
                <a:spcPct val="100000"/>
              </a:lnSpc>
              <a:spcBef>
                <a:spcPts val="0"/>
              </a:spcBef>
              <a:spcAft>
                <a:spcPts val="0"/>
              </a:spcAft>
              <a:buSzPts val="3600"/>
              <a:buNone/>
              <a:defRPr sz="3177"/>
            </a:lvl2pPr>
            <a:lvl3pPr lvl="2" algn="ctr">
              <a:lnSpc>
                <a:spcPct val="100000"/>
              </a:lnSpc>
              <a:spcBef>
                <a:spcPts val="0"/>
              </a:spcBef>
              <a:spcAft>
                <a:spcPts val="0"/>
              </a:spcAft>
              <a:buSzPts val="3600"/>
              <a:buNone/>
              <a:defRPr sz="3177"/>
            </a:lvl3pPr>
            <a:lvl4pPr lvl="3" algn="ctr">
              <a:lnSpc>
                <a:spcPct val="100000"/>
              </a:lnSpc>
              <a:spcBef>
                <a:spcPts val="0"/>
              </a:spcBef>
              <a:spcAft>
                <a:spcPts val="0"/>
              </a:spcAft>
              <a:buSzPts val="3600"/>
              <a:buNone/>
              <a:defRPr sz="3177"/>
            </a:lvl4pPr>
            <a:lvl5pPr lvl="4" algn="ctr">
              <a:lnSpc>
                <a:spcPct val="100000"/>
              </a:lnSpc>
              <a:spcBef>
                <a:spcPts val="0"/>
              </a:spcBef>
              <a:spcAft>
                <a:spcPts val="0"/>
              </a:spcAft>
              <a:buSzPts val="3600"/>
              <a:buNone/>
              <a:defRPr sz="3177"/>
            </a:lvl5pPr>
            <a:lvl6pPr lvl="5" algn="ctr">
              <a:lnSpc>
                <a:spcPct val="100000"/>
              </a:lnSpc>
              <a:spcBef>
                <a:spcPts val="0"/>
              </a:spcBef>
              <a:spcAft>
                <a:spcPts val="0"/>
              </a:spcAft>
              <a:buSzPts val="3600"/>
              <a:buNone/>
              <a:defRPr sz="3177"/>
            </a:lvl6pPr>
            <a:lvl7pPr lvl="6" algn="ctr">
              <a:lnSpc>
                <a:spcPct val="100000"/>
              </a:lnSpc>
              <a:spcBef>
                <a:spcPts val="0"/>
              </a:spcBef>
              <a:spcAft>
                <a:spcPts val="0"/>
              </a:spcAft>
              <a:buSzPts val="3600"/>
              <a:buNone/>
              <a:defRPr sz="3177"/>
            </a:lvl7pPr>
            <a:lvl8pPr lvl="7" algn="ctr">
              <a:lnSpc>
                <a:spcPct val="100000"/>
              </a:lnSpc>
              <a:spcBef>
                <a:spcPts val="0"/>
              </a:spcBef>
              <a:spcAft>
                <a:spcPts val="0"/>
              </a:spcAft>
              <a:buSzPts val="3600"/>
              <a:buNone/>
              <a:defRPr sz="3177"/>
            </a:lvl8pPr>
            <a:lvl9pPr lvl="8" algn="ctr">
              <a:lnSpc>
                <a:spcPct val="100000"/>
              </a:lnSpc>
              <a:spcBef>
                <a:spcPts val="0"/>
              </a:spcBef>
              <a:spcAft>
                <a:spcPts val="0"/>
              </a:spcAft>
              <a:buSzPts val="3600"/>
              <a:buNone/>
              <a:defRPr sz="3177"/>
            </a:lvl9pPr>
          </a:lstStyle>
          <a:p>
            <a:endParaRPr/>
          </a:p>
        </p:txBody>
      </p:sp>
      <p:pic>
        <p:nvPicPr>
          <p:cNvPr id="107" name="Google Shape;107;p47"/>
          <p:cNvPicPr preferRelativeResize="0"/>
          <p:nvPr/>
        </p:nvPicPr>
        <p:blipFill rotWithShape="1">
          <a:blip r:embed="rId2">
            <a:alphaModFix/>
          </a:blip>
          <a:srcRect/>
          <a:stretch/>
        </p:blipFill>
        <p:spPr>
          <a:xfrm>
            <a:off x="6194293" y="140273"/>
            <a:ext cx="468000" cy="482182"/>
          </a:xfrm>
          <a:prstGeom prst="rect">
            <a:avLst/>
          </a:prstGeom>
          <a:noFill/>
          <a:ln>
            <a:noFill/>
          </a:ln>
        </p:spPr>
      </p:pic>
      <p:pic>
        <p:nvPicPr>
          <p:cNvPr id="108" name="Google Shape;108;p47"/>
          <p:cNvPicPr preferRelativeResize="0"/>
          <p:nvPr/>
        </p:nvPicPr>
        <p:blipFill rotWithShape="1">
          <a:blip r:embed="rId3">
            <a:alphaModFix/>
          </a:blip>
          <a:srcRect/>
          <a:stretch/>
        </p:blipFill>
        <p:spPr>
          <a:xfrm>
            <a:off x="738640" y="4147000"/>
            <a:ext cx="924485" cy="138545"/>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Remove slide">
  <p:cSld name="Remove slide">
    <p:bg>
      <p:bgPr>
        <a:solidFill>
          <a:schemeClr val="lt1"/>
        </a:solidFill>
        <a:effectLst/>
      </p:bgPr>
    </p:bg>
    <p:spTree>
      <p:nvGrpSpPr>
        <p:cNvPr id="1" name="Shape 109"/>
        <p:cNvGrpSpPr/>
        <p:nvPr/>
      </p:nvGrpSpPr>
      <p:grpSpPr>
        <a:xfrm>
          <a:off x="0" y="0"/>
          <a:ext cx="0" cy="0"/>
          <a:chOff x="0" y="0"/>
          <a:chExt cx="0" cy="0"/>
        </a:xfrm>
      </p:grpSpPr>
      <p:sp>
        <p:nvSpPr>
          <p:cNvPr id="110" name="Google Shape;110;p48"/>
          <p:cNvSpPr txBox="1">
            <a:spLocks noGrp="1"/>
          </p:cNvSpPr>
          <p:nvPr>
            <p:ph type="title"/>
          </p:nvPr>
        </p:nvSpPr>
        <p:spPr>
          <a:xfrm>
            <a:off x="233775" y="791155"/>
            <a:ext cx="6390529" cy="1018091"/>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200"/>
              <a:buFont typeface="Open Sans Light"/>
              <a:buNone/>
              <a:defRPr sz="2824">
                <a:latin typeface="Open Sans Light"/>
                <a:ea typeface="Open Sans Light"/>
                <a:cs typeface="Open Sans Light"/>
                <a:sym typeface="Open Sans Ligh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11" name="Google Shape;111;p48"/>
          <p:cNvSpPr txBox="1"/>
          <p:nvPr/>
        </p:nvSpPr>
        <p:spPr>
          <a:xfrm>
            <a:off x="780132" y="7174524"/>
            <a:ext cx="5297824" cy="1590273"/>
          </a:xfrm>
          <a:prstGeom prst="rect">
            <a:avLst/>
          </a:prstGeom>
          <a:solidFill>
            <a:srgbClr val="DBE2E8"/>
          </a:solidFill>
          <a:ln>
            <a:noFill/>
          </a:ln>
        </p:spPr>
        <p:txBody>
          <a:bodyPr spcFirstLastPara="1" wrap="square" lIns="80650" tIns="80650" rIns="80650" bIns="80650" anchor="ctr" anchorCtr="0">
            <a:noAutofit/>
          </a:bodyPr>
          <a:lstStyle/>
          <a:p>
            <a:pPr marL="0" marR="0" lvl="0" indent="0" algn="ctr" rtl="0">
              <a:spcBef>
                <a:spcPts val="0"/>
              </a:spcBef>
              <a:spcAft>
                <a:spcPts val="0"/>
              </a:spcAft>
              <a:buClr>
                <a:srgbClr val="15C26B"/>
              </a:buClr>
              <a:buSzPts val="3177"/>
              <a:buFont typeface="Open Sans"/>
              <a:buNone/>
            </a:pPr>
            <a:r>
              <a:rPr lang="en" sz="3177" b="1" i="1">
                <a:solidFill>
                  <a:srgbClr val="15C26B"/>
                </a:solidFill>
                <a:latin typeface="Open Sans"/>
                <a:ea typeface="Open Sans"/>
                <a:cs typeface="Open Sans"/>
                <a:sym typeface="Open Sans"/>
              </a:rPr>
              <a:t>Remove this slide </a:t>
            </a:r>
            <a:endParaRPr sz="3177" b="1" i="1">
              <a:solidFill>
                <a:srgbClr val="15C26B"/>
              </a:solidFill>
              <a:latin typeface="Open Sans"/>
              <a:ea typeface="Open Sans"/>
              <a:cs typeface="Open Sans"/>
              <a:sym typeface="Open Sans"/>
            </a:endParaRPr>
          </a:p>
        </p:txBody>
      </p:sp>
      <p:sp>
        <p:nvSpPr>
          <p:cNvPr id="112" name="Google Shape;112;p48"/>
          <p:cNvSpPr txBox="1">
            <a:spLocks noGrp="1"/>
          </p:cNvSpPr>
          <p:nvPr>
            <p:ph type="body" idx="1"/>
          </p:nvPr>
        </p:nvSpPr>
        <p:spPr>
          <a:xfrm>
            <a:off x="233775" y="2048845"/>
            <a:ext cx="6390529" cy="6073636"/>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Font typeface="Open Sans Light"/>
              <a:buChar char="●"/>
              <a:defRPr>
                <a:latin typeface="Open Sans Light"/>
                <a:ea typeface="Open Sans Light"/>
                <a:cs typeface="Open Sans Light"/>
                <a:sym typeface="Open Sans Light"/>
              </a:defRPr>
            </a:lvl1pPr>
            <a:lvl2pPr marL="914400" lvl="1" indent="-342900" algn="l">
              <a:lnSpc>
                <a:spcPct val="115000"/>
              </a:lnSpc>
              <a:spcBef>
                <a:spcPts val="1412"/>
              </a:spcBef>
              <a:spcAft>
                <a:spcPts val="0"/>
              </a:spcAft>
              <a:buSzPts val="1800"/>
              <a:buFont typeface="Open Sans Light"/>
              <a:buChar char="○"/>
              <a:defRPr sz="1588">
                <a:latin typeface="Open Sans Light"/>
                <a:ea typeface="Open Sans Light"/>
                <a:cs typeface="Open Sans Light"/>
                <a:sym typeface="Open Sans Light"/>
              </a:defRPr>
            </a:lvl2pPr>
            <a:lvl3pPr marL="1371600" lvl="2" indent="-342900" algn="l">
              <a:lnSpc>
                <a:spcPct val="115000"/>
              </a:lnSpc>
              <a:spcBef>
                <a:spcPts val="1412"/>
              </a:spcBef>
              <a:spcAft>
                <a:spcPts val="0"/>
              </a:spcAft>
              <a:buSzPts val="1800"/>
              <a:buFont typeface="Open Sans Light"/>
              <a:buChar char="■"/>
              <a:defRPr sz="1588">
                <a:latin typeface="Open Sans Light"/>
                <a:ea typeface="Open Sans Light"/>
                <a:cs typeface="Open Sans Light"/>
                <a:sym typeface="Open Sans Light"/>
              </a:defRPr>
            </a:lvl3pPr>
            <a:lvl4pPr marL="1828800" lvl="3" indent="-342900" algn="l">
              <a:lnSpc>
                <a:spcPct val="115000"/>
              </a:lnSpc>
              <a:spcBef>
                <a:spcPts val="1412"/>
              </a:spcBef>
              <a:spcAft>
                <a:spcPts val="0"/>
              </a:spcAft>
              <a:buSzPts val="1800"/>
              <a:buFont typeface="Open Sans Light"/>
              <a:buChar char="●"/>
              <a:defRPr sz="1588">
                <a:latin typeface="Open Sans Light"/>
                <a:ea typeface="Open Sans Light"/>
                <a:cs typeface="Open Sans Light"/>
                <a:sym typeface="Open Sans Light"/>
              </a:defRPr>
            </a:lvl4pPr>
            <a:lvl5pPr marL="2286000" lvl="4" indent="-342900" algn="l">
              <a:lnSpc>
                <a:spcPct val="115000"/>
              </a:lnSpc>
              <a:spcBef>
                <a:spcPts val="1412"/>
              </a:spcBef>
              <a:spcAft>
                <a:spcPts val="0"/>
              </a:spcAft>
              <a:buSzPts val="1800"/>
              <a:buFont typeface="Open Sans Light"/>
              <a:buChar char="○"/>
              <a:defRPr sz="1588">
                <a:latin typeface="Open Sans Light"/>
                <a:ea typeface="Open Sans Light"/>
                <a:cs typeface="Open Sans Light"/>
                <a:sym typeface="Open Sans Light"/>
              </a:defRPr>
            </a:lvl5pPr>
            <a:lvl6pPr marL="2743200" lvl="5" indent="-342900" algn="l">
              <a:lnSpc>
                <a:spcPct val="115000"/>
              </a:lnSpc>
              <a:spcBef>
                <a:spcPts val="1412"/>
              </a:spcBef>
              <a:spcAft>
                <a:spcPts val="0"/>
              </a:spcAft>
              <a:buSzPts val="1800"/>
              <a:buFont typeface="Open Sans Light"/>
              <a:buChar char="■"/>
              <a:defRPr sz="1588">
                <a:latin typeface="Open Sans Light"/>
                <a:ea typeface="Open Sans Light"/>
                <a:cs typeface="Open Sans Light"/>
                <a:sym typeface="Open Sans Light"/>
              </a:defRPr>
            </a:lvl6pPr>
            <a:lvl7pPr marL="3200400" lvl="6" indent="-342900" algn="l">
              <a:lnSpc>
                <a:spcPct val="115000"/>
              </a:lnSpc>
              <a:spcBef>
                <a:spcPts val="1412"/>
              </a:spcBef>
              <a:spcAft>
                <a:spcPts val="0"/>
              </a:spcAft>
              <a:buSzPts val="1800"/>
              <a:buFont typeface="Open Sans Light"/>
              <a:buChar char="●"/>
              <a:defRPr sz="1588">
                <a:latin typeface="Open Sans Light"/>
                <a:ea typeface="Open Sans Light"/>
                <a:cs typeface="Open Sans Light"/>
                <a:sym typeface="Open Sans Light"/>
              </a:defRPr>
            </a:lvl7pPr>
            <a:lvl8pPr marL="3657600" lvl="7" indent="-342900" algn="l">
              <a:lnSpc>
                <a:spcPct val="115000"/>
              </a:lnSpc>
              <a:spcBef>
                <a:spcPts val="1412"/>
              </a:spcBef>
              <a:spcAft>
                <a:spcPts val="0"/>
              </a:spcAft>
              <a:buSzPts val="1800"/>
              <a:buFont typeface="Open Sans Light"/>
              <a:buChar char="○"/>
              <a:defRPr sz="1588">
                <a:latin typeface="Open Sans Light"/>
                <a:ea typeface="Open Sans Light"/>
                <a:cs typeface="Open Sans Light"/>
                <a:sym typeface="Open Sans Light"/>
              </a:defRPr>
            </a:lvl8pPr>
            <a:lvl9pPr marL="4114800" lvl="8" indent="-342900" algn="l">
              <a:lnSpc>
                <a:spcPct val="115000"/>
              </a:lnSpc>
              <a:spcBef>
                <a:spcPts val="1412"/>
              </a:spcBef>
              <a:spcAft>
                <a:spcPts val="1412"/>
              </a:spcAft>
              <a:buSzPts val="1800"/>
              <a:buFont typeface="Open Sans Light"/>
              <a:buChar char="■"/>
              <a:defRPr sz="1588">
                <a:latin typeface="Open Sans Light"/>
                <a:ea typeface="Open Sans Light"/>
                <a:cs typeface="Open Sans Light"/>
                <a:sym typeface="Open Sans Light"/>
              </a:defRPr>
            </a:lvl9pPr>
          </a:lstStyle>
          <a:p>
            <a:endParaRPr/>
          </a:p>
        </p:txBody>
      </p:sp>
      <p:pic>
        <p:nvPicPr>
          <p:cNvPr id="113" name="Google Shape;113;p48"/>
          <p:cNvPicPr preferRelativeResize="0"/>
          <p:nvPr/>
        </p:nvPicPr>
        <p:blipFill rotWithShape="1">
          <a:blip r:embed="rId2">
            <a:alphaModFix/>
          </a:blip>
          <a:srcRect/>
          <a:stretch/>
        </p:blipFill>
        <p:spPr>
          <a:xfrm>
            <a:off x="6194293" y="140273"/>
            <a:ext cx="468000" cy="482182"/>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5" Type="http://schemas.openxmlformats.org/officeDocument/2006/relationships/theme" Target="../theme/theme2.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9"/>
        <p:cNvGrpSpPr/>
        <p:nvPr/>
      </p:nvGrpSpPr>
      <p:grpSpPr>
        <a:xfrm>
          <a:off x="0" y="0"/>
          <a:ext cx="0" cy="0"/>
          <a:chOff x="0" y="0"/>
          <a:chExt cx="0" cy="0"/>
        </a:xfrm>
      </p:grpSpPr>
      <p:sp>
        <p:nvSpPr>
          <p:cNvPr id="10" name="Google Shape;10;p29"/>
          <p:cNvSpPr/>
          <p:nvPr/>
        </p:nvSpPr>
        <p:spPr>
          <a:xfrm>
            <a:off x="271" y="234813"/>
            <a:ext cx="6856286" cy="2194559"/>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9"/>
          <p:cNvSpPr txBox="1">
            <a:spLocks noGrp="1"/>
          </p:cNvSpPr>
          <p:nvPr>
            <p:ph type="title"/>
          </p:nvPr>
        </p:nvSpPr>
        <p:spPr>
          <a:xfrm>
            <a:off x="513764" y="378901"/>
            <a:ext cx="5829300" cy="2011680"/>
          </a:xfrm>
          <a:prstGeom prst="rect">
            <a:avLst/>
          </a:prstGeom>
          <a:noFill/>
          <a:ln>
            <a:noFill/>
          </a:ln>
        </p:spPr>
        <p:txBody>
          <a:bodyPr spcFirstLastPara="1" wrap="square" lIns="91425" tIns="45700" rIns="91425" bIns="45700" anchor="ctr" anchorCtr="0">
            <a:normAutofit/>
          </a:bodyPr>
          <a:lstStyle>
            <a:lvl1pPr marR="0" lvl="0" algn="l" rtl="0">
              <a:lnSpc>
                <a:spcPct val="85000"/>
              </a:lnSpc>
              <a:spcBef>
                <a:spcPts val="0"/>
              </a:spcBef>
              <a:spcAft>
                <a:spcPts val="0"/>
              </a:spcAft>
              <a:buClr>
                <a:schemeClr val="dk2"/>
              </a:buClr>
              <a:buSzPts val="3000"/>
              <a:buFont typeface="Corbel"/>
              <a:buNone/>
              <a:defRPr sz="3000" b="0" i="0" u="none" strike="noStrike" cap="none">
                <a:solidFill>
                  <a:schemeClr val="dk2"/>
                </a:solidFill>
                <a:latin typeface="Corbel"/>
                <a:ea typeface="Corbel"/>
                <a:cs typeface="Corbel"/>
                <a:sym typeface="Corb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29"/>
          <p:cNvSpPr txBox="1">
            <a:spLocks noGrp="1"/>
          </p:cNvSpPr>
          <p:nvPr>
            <p:ph type="body" idx="1"/>
          </p:nvPr>
        </p:nvSpPr>
        <p:spPr>
          <a:xfrm>
            <a:off x="513764" y="2682240"/>
            <a:ext cx="5829300" cy="5608320"/>
          </a:xfrm>
          <a:prstGeom prst="rect">
            <a:avLst/>
          </a:prstGeom>
          <a:noFill/>
          <a:ln>
            <a:noFill/>
          </a:ln>
        </p:spPr>
        <p:txBody>
          <a:bodyPr spcFirstLastPara="1" wrap="square" lIns="91425" tIns="45700" rIns="91425" bIns="45700" anchor="t" anchorCtr="0">
            <a:normAutofit/>
          </a:bodyPr>
          <a:lstStyle>
            <a:lvl1pPr marL="457200" marR="0" lvl="0" indent="-333375" algn="l" rtl="0">
              <a:lnSpc>
                <a:spcPct val="90000"/>
              </a:lnSpc>
              <a:spcBef>
                <a:spcPts val="900"/>
              </a:spcBef>
              <a:spcAft>
                <a:spcPts val="0"/>
              </a:spcAft>
              <a:buClr>
                <a:schemeClr val="lt1"/>
              </a:buClr>
              <a:buSzPts val="1650"/>
              <a:buFont typeface="Noto Sans Symbols"/>
              <a:buChar char="▪"/>
              <a:defRPr sz="1650" b="0" i="0" u="none" strike="noStrike" cap="none">
                <a:solidFill>
                  <a:schemeClr val="lt1"/>
                </a:solidFill>
                <a:latin typeface="Corbel"/>
                <a:ea typeface="Corbel"/>
                <a:cs typeface="Corbel"/>
                <a:sym typeface="Corbel"/>
              </a:defRPr>
            </a:lvl1pPr>
            <a:lvl2pPr marL="914400" marR="0" lvl="1" indent="-323850" algn="l" rtl="0">
              <a:lnSpc>
                <a:spcPct val="90000"/>
              </a:lnSpc>
              <a:spcBef>
                <a:spcPts val="150"/>
              </a:spcBef>
              <a:spcAft>
                <a:spcPts val="0"/>
              </a:spcAft>
              <a:buClr>
                <a:schemeClr val="lt1"/>
              </a:buClr>
              <a:buSzPts val="1500"/>
              <a:buFont typeface="Noto Sans Symbols"/>
              <a:buChar char="▪"/>
              <a:defRPr sz="1500" b="0" i="0" u="none" strike="noStrike" cap="none">
                <a:solidFill>
                  <a:schemeClr val="lt1"/>
                </a:solidFill>
                <a:latin typeface="Corbel"/>
                <a:ea typeface="Corbel"/>
                <a:cs typeface="Corbel"/>
                <a:sym typeface="Corbel"/>
              </a:defRPr>
            </a:lvl2pPr>
            <a:lvl3pPr marL="1371600" marR="0" lvl="2" indent="-314325" algn="l" rtl="0">
              <a:lnSpc>
                <a:spcPct val="90000"/>
              </a:lnSpc>
              <a:spcBef>
                <a:spcPts val="300"/>
              </a:spcBef>
              <a:spcAft>
                <a:spcPts val="0"/>
              </a:spcAft>
              <a:buClr>
                <a:schemeClr val="lt1"/>
              </a:buClr>
              <a:buSzPts val="1350"/>
              <a:buFont typeface="Noto Sans Symbols"/>
              <a:buChar char="▪"/>
              <a:defRPr sz="1350" b="0" i="0" u="none" strike="noStrike" cap="none">
                <a:solidFill>
                  <a:schemeClr val="lt1"/>
                </a:solidFill>
                <a:latin typeface="Corbel"/>
                <a:ea typeface="Corbel"/>
                <a:cs typeface="Corbel"/>
                <a:sym typeface="Corbel"/>
              </a:defRPr>
            </a:lvl3pPr>
            <a:lvl4pPr marL="1828800" marR="0" lvl="3" indent="-304800" algn="l" rtl="0">
              <a:lnSpc>
                <a:spcPct val="90000"/>
              </a:lnSpc>
              <a:spcBef>
                <a:spcPts val="300"/>
              </a:spcBef>
              <a:spcAft>
                <a:spcPts val="0"/>
              </a:spcAft>
              <a:buClr>
                <a:schemeClr val="lt1"/>
              </a:buClr>
              <a:buSzPts val="1200"/>
              <a:buFont typeface="Noto Sans Symbols"/>
              <a:buChar char="▪"/>
              <a:defRPr sz="1200" b="0" i="0" u="none" strike="noStrike" cap="none">
                <a:solidFill>
                  <a:schemeClr val="lt1"/>
                </a:solidFill>
                <a:latin typeface="Corbel"/>
                <a:ea typeface="Corbel"/>
                <a:cs typeface="Corbel"/>
                <a:sym typeface="Corbel"/>
              </a:defRPr>
            </a:lvl4pPr>
            <a:lvl5pPr marL="2286000" marR="0" lvl="4" indent="-304800" algn="l" rtl="0">
              <a:lnSpc>
                <a:spcPct val="90000"/>
              </a:lnSpc>
              <a:spcBef>
                <a:spcPts val="300"/>
              </a:spcBef>
              <a:spcAft>
                <a:spcPts val="0"/>
              </a:spcAft>
              <a:buClr>
                <a:schemeClr val="lt1"/>
              </a:buClr>
              <a:buSzPts val="1200"/>
              <a:buFont typeface="Noto Sans Symbols"/>
              <a:buChar char="▪"/>
              <a:defRPr sz="1200" b="0" i="0" u="none" strike="noStrike" cap="none">
                <a:solidFill>
                  <a:schemeClr val="lt1"/>
                </a:solidFill>
                <a:latin typeface="Corbel"/>
                <a:ea typeface="Corbel"/>
                <a:cs typeface="Corbel"/>
                <a:sym typeface="Corbel"/>
              </a:defRPr>
            </a:lvl5pPr>
            <a:lvl6pPr marL="2743200" marR="0" lvl="5" indent="-304800" algn="l" rtl="0">
              <a:lnSpc>
                <a:spcPct val="90000"/>
              </a:lnSpc>
              <a:spcBef>
                <a:spcPts val="300"/>
              </a:spcBef>
              <a:spcAft>
                <a:spcPts val="0"/>
              </a:spcAft>
              <a:buClr>
                <a:schemeClr val="lt1"/>
              </a:buClr>
              <a:buSzPts val="1200"/>
              <a:buFont typeface="Noto Sans Symbols"/>
              <a:buChar char="▪"/>
              <a:defRPr sz="1200" b="0" i="0" u="none" strike="noStrike" cap="none">
                <a:solidFill>
                  <a:schemeClr val="lt1"/>
                </a:solidFill>
                <a:latin typeface="Corbel"/>
                <a:ea typeface="Corbel"/>
                <a:cs typeface="Corbel"/>
                <a:sym typeface="Corbel"/>
              </a:defRPr>
            </a:lvl6pPr>
            <a:lvl7pPr marL="3200400" marR="0" lvl="6" indent="-304800" algn="l" rtl="0">
              <a:lnSpc>
                <a:spcPct val="90000"/>
              </a:lnSpc>
              <a:spcBef>
                <a:spcPts val="300"/>
              </a:spcBef>
              <a:spcAft>
                <a:spcPts val="0"/>
              </a:spcAft>
              <a:buClr>
                <a:schemeClr val="lt1"/>
              </a:buClr>
              <a:buSzPts val="1200"/>
              <a:buFont typeface="Noto Sans Symbols"/>
              <a:buChar char="▪"/>
              <a:defRPr sz="1200" b="0" i="0" u="none" strike="noStrike" cap="none">
                <a:solidFill>
                  <a:schemeClr val="lt1"/>
                </a:solidFill>
                <a:latin typeface="Corbel"/>
                <a:ea typeface="Corbel"/>
                <a:cs typeface="Corbel"/>
                <a:sym typeface="Corbel"/>
              </a:defRPr>
            </a:lvl7pPr>
            <a:lvl8pPr marL="3657600" marR="0" lvl="7" indent="-304800" algn="l" rtl="0">
              <a:lnSpc>
                <a:spcPct val="90000"/>
              </a:lnSpc>
              <a:spcBef>
                <a:spcPts val="300"/>
              </a:spcBef>
              <a:spcAft>
                <a:spcPts val="0"/>
              </a:spcAft>
              <a:buClr>
                <a:schemeClr val="lt1"/>
              </a:buClr>
              <a:buSzPts val="1200"/>
              <a:buFont typeface="Noto Sans Symbols"/>
              <a:buChar char="▪"/>
              <a:defRPr sz="1200" b="0" i="0" u="none" strike="noStrike" cap="none">
                <a:solidFill>
                  <a:schemeClr val="lt1"/>
                </a:solidFill>
                <a:latin typeface="Corbel"/>
                <a:ea typeface="Corbel"/>
                <a:cs typeface="Corbel"/>
                <a:sym typeface="Corbel"/>
              </a:defRPr>
            </a:lvl8pPr>
            <a:lvl9pPr marL="4114800" marR="0" lvl="8" indent="-304800" algn="l" rtl="0">
              <a:lnSpc>
                <a:spcPct val="90000"/>
              </a:lnSpc>
              <a:spcBef>
                <a:spcPts val="300"/>
              </a:spcBef>
              <a:spcAft>
                <a:spcPts val="300"/>
              </a:spcAft>
              <a:buClr>
                <a:schemeClr val="lt1"/>
              </a:buClr>
              <a:buSzPts val="1200"/>
              <a:buFont typeface="Noto Sans Symbols"/>
              <a:buChar char="▪"/>
              <a:defRPr sz="1200" b="0" i="0" u="none" strike="noStrike" cap="none">
                <a:solidFill>
                  <a:schemeClr val="lt1"/>
                </a:solidFill>
                <a:latin typeface="Corbel"/>
                <a:ea typeface="Corbel"/>
                <a:cs typeface="Corbel"/>
                <a:sym typeface="Corbel"/>
              </a:defRPr>
            </a:lvl9pPr>
          </a:lstStyle>
          <a:p>
            <a:endParaRPr/>
          </a:p>
        </p:txBody>
      </p:sp>
      <p:sp>
        <p:nvSpPr>
          <p:cNvPr id="13" name="Google Shape;13;p29"/>
          <p:cNvSpPr txBox="1">
            <a:spLocks noGrp="1"/>
          </p:cNvSpPr>
          <p:nvPr>
            <p:ph type="dt" idx="10"/>
          </p:nvPr>
        </p:nvSpPr>
        <p:spPr>
          <a:xfrm>
            <a:off x="511168" y="8563808"/>
            <a:ext cx="1946282" cy="486833"/>
          </a:xfrm>
          <a:prstGeom prst="rect">
            <a:avLst/>
          </a:prstGeom>
          <a:noFill/>
          <a:ln>
            <a:noFill/>
          </a:ln>
        </p:spPr>
        <p:txBody>
          <a:bodyPr spcFirstLastPara="1" wrap="square" lIns="91425" tIns="45700" rIns="45700" bIns="45700" anchor="ctr" anchorCtr="0">
            <a:noAutofit/>
          </a:bodyPr>
          <a:lstStyle>
            <a:lvl1pPr marR="0" lvl="0" algn="l" rtl="0">
              <a:spcBef>
                <a:spcPts val="0"/>
              </a:spcBef>
              <a:spcAft>
                <a:spcPts val="0"/>
              </a:spcAft>
              <a:buSzPts val="1400"/>
              <a:buNone/>
              <a:defRPr sz="788" b="0" i="0" u="none" strike="noStrike" cap="none">
                <a:solidFill>
                  <a:schemeClr val="lt1"/>
                </a:solidFill>
                <a:latin typeface="Corbel"/>
                <a:ea typeface="Corbel"/>
                <a:cs typeface="Corbel"/>
                <a:sym typeface="Corbel"/>
              </a:defRPr>
            </a:lvl1pPr>
            <a:lvl2pPr marR="0" lvl="1" algn="l" rtl="0">
              <a:spcBef>
                <a:spcPts val="0"/>
              </a:spcBef>
              <a:spcAft>
                <a:spcPts val="0"/>
              </a:spcAft>
              <a:buSzPts val="1400"/>
              <a:buNone/>
              <a:defRPr sz="1800" b="0" i="0" u="none" strike="noStrike" cap="none">
                <a:solidFill>
                  <a:schemeClr val="lt1"/>
                </a:solidFill>
                <a:latin typeface="Corbel"/>
                <a:ea typeface="Corbel"/>
                <a:cs typeface="Corbel"/>
                <a:sym typeface="Corbel"/>
              </a:defRPr>
            </a:lvl2pPr>
            <a:lvl3pPr marR="0" lvl="2" algn="l" rtl="0">
              <a:spcBef>
                <a:spcPts val="0"/>
              </a:spcBef>
              <a:spcAft>
                <a:spcPts val="0"/>
              </a:spcAft>
              <a:buSzPts val="1400"/>
              <a:buNone/>
              <a:defRPr sz="1800" b="0" i="0" u="none" strike="noStrike" cap="none">
                <a:solidFill>
                  <a:schemeClr val="lt1"/>
                </a:solidFill>
                <a:latin typeface="Corbel"/>
                <a:ea typeface="Corbel"/>
                <a:cs typeface="Corbel"/>
                <a:sym typeface="Corbel"/>
              </a:defRPr>
            </a:lvl3pPr>
            <a:lvl4pPr marR="0" lvl="3" algn="l" rtl="0">
              <a:spcBef>
                <a:spcPts val="0"/>
              </a:spcBef>
              <a:spcAft>
                <a:spcPts val="0"/>
              </a:spcAft>
              <a:buSzPts val="1400"/>
              <a:buNone/>
              <a:defRPr sz="1800" b="0" i="0" u="none" strike="noStrike" cap="none">
                <a:solidFill>
                  <a:schemeClr val="lt1"/>
                </a:solidFill>
                <a:latin typeface="Corbel"/>
                <a:ea typeface="Corbel"/>
                <a:cs typeface="Corbel"/>
                <a:sym typeface="Corbel"/>
              </a:defRPr>
            </a:lvl4pPr>
            <a:lvl5pPr marR="0" lvl="4" algn="l" rtl="0">
              <a:spcBef>
                <a:spcPts val="0"/>
              </a:spcBef>
              <a:spcAft>
                <a:spcPts val="0"/>
              </a:spcAft>
              <a:buSzPts val="1400"/>
              <a:buNone/>
              <a:defRPr sz="1800" b="0" i="0" u="none" strike="noStrike" cap="none">
                <a:solidFill>
                  <a:schemeClr val="lt1"/>
                </a:solidFill>
                <a:latin typeface="Corbel"/>
                <a:ea typeface="Corbel"/>
                <a:cs typeface="Corbel"/>
                <a:sym typeface="Corbel"/>
              </a:defRPr>
            </a:lvl5pPr>
            <a:lvl6pPr marR="0" lvl="5" algn="l" rtl="0">
              <a:spcBef>
                <a:spcPts val="0"/>
              </a:spcBef>
              <a:spcAft>
                <a:spcPts val="0"/>
              </a:spcAft>
              <a:buSzPts val="1400"/>
              <a:buNone/>
              <a:defRPr sz="1800" b="0" i="0" u="none" strike="noStrike" cap="none">
                <a:solidFill>
                  <a:schemeClr val="lt1"/>
                </a:solidFill>
                <a:latin typeface="Corbel"/>
                <a:ea typeface="Corbel"/>
                <a:cs typeface="Corbel"/>
                <a:sym typeface="Corbel"/>
              </a:defRPr>
            </a:lvl6pPr>
            <a:lvl7pPr marR="0" lvl="6" algn="l" rtl="0">
              <a:spcBef>
                <a:spcPts val="0"/>
              </a:spcBef>
              <a:spcAft>
                <a:spcPts val="0"/>
              </a:spcAft>
              <a:buSzPts val="1400"/>
              <a:buNone/>
              <a:defRPr sz="1800" b="0" i="0" u="none" strike="noStrike" cap="none">
                <a:solidFill>
                  <a:schemeClr val="lt1"/>
                </a:solidFill>
                <a:latin typeface="Corbel"/>
                <a:ea typeface="Corbel"/>
                <a:cs typeface="Corbel"/>
                <a:sym typeface="Corbel"/>
              </a:defRPr>
            </a:lvl7pPr>
            <a:lvl8pPr marR="0" lvl="7" algn="l" rtl="0">
              <a:spcBef>
                <a:spcPts val="0"/>
              </a:spcBef>
              <a:spcAft>
                <a:spcPts val="0"/>
              </a:spcAft>
              <a:buSzPts val="1400"/>
              <a:buNone/>
              <a:defRPr sz="1800" b="0" i="0" u="none" strike="noStrike" cap="none">
                <a:solidFill>
                  <a:schemeClr val="lt1"/>
                </a:solidFill>
                <a:latin typeface="Corbel"/>
                <a:ea typeface="Corbel"/>
                <a:cs typeface="Corbel"/>
                <a:sym typeface="Corbel"/>
              </a:defRPr>
            </a:lvl8pPr>
            <a:lvl9pPr marR="0" lvl="8" algn="l" rtl="0">
              <a:spcBef>
                <a:spcPts val="0"/>
              </a:spcBef>
              <a:spcAft>
                <a:spcPts val="0"/>
              </a:spcAft>
              <a:buSzPts val="1400"/>
              <a:buNone/>
              <a:defRPr sz="1800" b="0" i="0" u="none" strike="noStrike" cap="none">
                <a:solidFill>
                  <a:schemeClr val="lt1"/>
                </a:solidFill>
                <a:latin typeface="Corbel"/>
                <a:ea typeface="Corbel"/>
                <a:cs typeface="Corbel"/>
                <a:sym typeface="Corbel"/>
              </a:defRPr>
            </a:lvl9pPr>
          </a:lstStyle>
          <a:p>
            <a:endParaRPr/>
          </a:p>
        </p:txBody>
      </p:sp>
      <p:sp>
        <p:nvSpPr>
          <p:cNvPr id="14" name="Google Shape;14;p29"/>
          <p:cNvSpPr txBox="1">
            <a:spLocks noGrp="1"/>
          </p:cNvSpPr>
          <p:nvPr>
            <p:ph type="ftr" idx="11"/>
          </p:nvPr>
        </p:nvSpPr>
        <p:spPr>
          <a:xfrm>
            <a:off x="3143251" y="8563808"/>
            <a:ext cx="3045470" cy="486833"/>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788" b="0" i="0" u="none" strike="noStrike" cap="none">
                <a:solidFill>
                  <a:schemeClr val="lt1"/>
                </a:solidFill>
                <a:latin typeface="Corbel"/>
                <a:ea typeface="Corbel"/>
                <a:cs typeface="Corbel"/>
                <a:sym typeface="Corbel"/>
              </a:defRPr>
            </a:lvl1pPr>
            <a:lvl2pPr marR="0" lvl="1" algn="l" rtl="0">
              <a:spcBef>
                <a:spcPts val="0"/>
              </a:spcBef>
              <a:spcAft>
                <a:spcPts val="0"/>
              </a:spcAft>
              <a:buSzPts val="1400"/>
              <a:buNone/>
              <a:defRPr sz="1800" b="0" i="0" u="none" strike="noStrike" cap="none">
                <a:solidFill>
                  <a:schemeClr val="lt1"/>
                </a:solidFill>
                <a:latin typeface="Corbel"/>
                <a:ea typeface="Corbel"/>
                <a:cs typeface="Corbel"/>
                <a:sym typeface="Corbel"/>
              </a:defRPr>
            </a:lvl2pPr>
            <a:lvl3pPr marR="0" lvl="2" algn="l" rtl="0">
              <a:spcBef>
                <a:spcPts val="0"/>
              </a:spcBef>
              <a:spcAft>
                <a:spcPts val="0"/>
              </a:spcAft>
              <a:buSzPts val="1400"/>
              <a:buNone/>
              <a:defRPr sz="1800" b="0" i="0" u="none" strike="noStrike" cap="none">
                <a:solidFill>
                  <a:schemeClr val="lt1"/>
                </a:solidFill>
                <a:latin typeface="Corbel"/>
                <a:ea typeface="Corbel"/>
                <a:cs typeface="Corbel"/>
                <a:sym typeface="Corbel"/>
              </a:defRPr>
            </a:lvl3pPr>
            <a:lvl4pPr marR="0" lvl="3" algn="l" rtl="0">
              <a:spcBef>
                <a:spcPts val="0"/>
              </a:spcBef>
              <a:spcAft>
                <a:spcPts val="0"/>
              </a:spcAft>
              <a:buSzPts val="1400"/>
              <a:buNone/>
              <a:defRPr sz="1800" b="0" i="0" u="none" strike="noStrike" cap="none">
                <a:solidFill>
                  <a:schemeClr val="lt1"/>
                </a:solidFill>
                <a:latin typeface="Corbel"/>
                <a:ea typeface="Corbel"/>
                <a:cs typeface="Corbel"/>
                <a:sym typeface="Corbel"/>
              </a:defRPr>
            </a:lvl4pPr>
            <a:lvl5pPr marR="0" lvl="4" algn="l" rtl="0">
              <a:spcBef>
                <a:spcPts val="0"/>
              </a:spcBef>
              <a:spcAft>
                <a:spcPts val="0"/>
              </a:spcAft>
              <a:buSzPts val="1400"/>
              <a:buNone/>
              <a:defRPr sz="1800" b="0" i="0" u="none" strike="noStrike" cap="none">
                <a:solidFill>
                  <a:schemeClr val="lt1"/>
                </a:solidFill>
                <a:latin typeface="Corbel"/>
                <a:ea typeface="Corbel"/>
                <a:cs typeface="Corbel"/>
                <a:sym typeface="Corbel"/>
              </a:defRPr>
            </a:lvl5pPr>
            <a:lvl6pPr marR="0" lvl="5" algn="l" rtl="0">
              <a:spcBef>
                <a:spcPts val="0"/>
              </a:spcBef>
              <a:spcAft>
                <a:spcPts val="0"/>
              </a:spcAft>
              <a:buSzPts val="1400"/>
              <a:buNone/>
              <a:defRPr sz="1800" b="0" i="0" u="none" strike="noStrike" cap="none">
                <a:solidFill>
                  <a:schemeClr val="lt1"/>
                </a:solidFill>
                <a:latin typeface="Corbel"/>
                <a:ea typeface="Corbel"/>
                <a:cs typeface="Corbel"/>
                <a:sym typeface="Corbel"/>
              </a:defRPr>
            </a:lvl6pPr>
            <a:lvl7pPr marR="0" lvl="6" algn="l" rtl="0">
              <a:spcBef>
                <a:spcPts val="0"/>
              </a:spcBef>
              <a:spcAft>
                <a:spcPts val="0"/>
              </a:spcAft>
              <a:buSzPts val="1400"/>
              <a:buNone/>
              <a:defRPr sz="1800" b="0" i="0" u="none" strike="noStrike" cap="none">
                <a:solidFill>
                  <a:schemeClr val="lt1"/>
                </a:solidFill>
                <a:latin typeface="Corbel"/>
                <a:ea typeface="Corbel"/>
                <a:cs typeface="Corbel"/>
                <a:sym typeface="Corbel"/>
              </a:defRPr>
            </a:lvl7pPr>
            <a:lvl8pPr marR="0" lvl="7" algn="l" rtl="0">
              <a:spcBef>
                <a:spcPts val="0"/>
              </a:spcBef>
              <a:spcAft>
                <a:spcPts val="0"/>
              </a:spcAft>
              <a:buSzPts val="1400"/>
              <a:buNone/>
              <a:defRPr sz="1800" b="0" i="0" u="none" strike="noStrike" cap="none">
                <a:solidFill>
                  <a:schemeClr val="lt1"/>
                </a:solidFill>
                <a:latin typeface="Corbel"/>
                <a:ea typeface="Corbel"/>
                <a:cs typeface="Corbel"/>
                <a:sym typeface="Corbel"/>
              </a:defRPr>
            </a:lvl8pPr>
            <a:lvl9pPr marR="0" lvl="8" algn="l" rtl="0">
              <a:spcBef>
                <a:spcPts val="0"/>
              </a:spcBef>
              <a:spcAft>
                <a:spcPts val="0"/>
              </a:spcAft>
              <a:buSzPts val="1400"/>
              <a:buNone/>
              <a:defRPr sz="1800" b="0" i="0" u="none" strike="noStrike" cap="none">
                <a:solidFill>
                  <a:schemeClr val="lt1"/>
                </a:solidFill>
                <a:latin typeface="Corbel"/>
                <a:ea typeface="Corbel"/>
                <a:cs typeface="Corbel"/>
                <a:sym typeface="Corbel"/>
              </a:defRPr>
            </a:lvl9pPr>
          </a:lstStyle>
          <a:p>
            <a:endParaRPr/>
          </a:p>
        </p:txBody>
      </p:sp>
      <p:sp>
        <p:nvSpPr>
          <p:cNvPr id="15" name="Google Shape;15;p29"/>
          <p:cNvSpPr txBox="1">
            <a:spLocks noGrp="1"/>
          </p:cNvSpPr>
          <p:nvPr>
            <p:ph type="sldNum" idx="12"/>
          </p:nvPr>
        </p:nvSpPr>
        <p:spPr>
          <a:xfrm>
            <a:off x="6198854" y="8563808"/>
            <a:ext cx="532274" cy="486833"/>
          </a:xfrm>
          <a:prstGeom prst="rect">
            <a:avLst/>
          </a:prstGeom>
          <a:noFill/>
          <a:ln>
            <a:noFill/>
          </a:ln>
        </p:spPr>
        <p:txBody>
          <a:bodyPr spcFirstLastPara="1" wrap="square" lIns="45700" tIns="45700" rIns="91425" bIns="45700" anchor="ctr" anchorCtr="0">
            <a:noAutofit/>
          </a:bodyPr>
          <a:lstStyle>
            <a:lvl1pPr marL="0" marR="0" lvl="0" indent="0" algn="l" rtl="0">
              <a:spcBef>
                <a:spcPts val="0"/>
              </a:spcBef>
              <a:buNone/>
              <a:defRPr sz="900" b="0" i="0" u="none" strike="noStrike" cap="none">
                <a:solidFill>
                  <a:schemeClr val="lt1"/>
                </a:solidFill>
                <a:latin typeface="Corbel"/>
                <a:ea typeface="Corbel"/>
                <a:cs typeface="Corbel"/>
                <a:sym typeface="Corbel"/>
              </a:defRPr>
            </a:lvl1pPr>
            <a:lvl2pPr marL="0" marR="0" lvl="1" indent="0" algn="l" rtl="0">
              <a:spcBef>
                <a:spcPts val="0"/>
              </a:spcBef>
              <a:buNone/>
              <a:defRPr sz="900" b="0" i="0" u="none" strike="noStrike" cap="none">
                <a:solidFill>
                  <a:schemeClr val="lt1"/>
                </a:solidFill>
                <a:latin typeface="Corbel"/>
                <a:ea typeface="Corbel"/>
                <a:cs typeface="Corbel"/>
                <a:sym typeface="Corbel"/>
              </a:defRPr>
            </a:lvl2pPr>
            <a:lvl3pPr marL="0" marR="0" lvl="2" indent="0" algn="l" rtl="0">
              <a:spcBef>
                <a:spcPts val="0"/>
              </a:spcBef>
              <a:buNone/>
              <a:defRPr sz="900" b="0" i="0" u="none" strike="noStrike" cap="none">
                <a:solidFill>
                  <a:schemeClr val="lt1"/>
                </a:solidFill>
                <a:latin typeface="Corbel"/>
                <a:ea typeface="Corbel"/>
                <a:cs typeface="Corbel"/>
                <a:sym typeface="Corbel"/>
              </a:defRPr>
            </a:lvl3pPr>
            <a:lvl4pPr marL="0" marR="0" lvl="3" indent="0" algn="l" rtl="0">
              <a:spcBef>
                <a:spcPts val="0"/>
              </a:spcBef>
              <a:buNone/>
              <a:defRPr sz="900" b="0" i="0" u="none" strike="noStrike" cap="none">
                <a:solidFill>
                  <a:schemeClr val="lt1"/>
                </a:solidFill>
                <a:latin typeface="Corbel"/>
                <a:ea typeface="Corbel"/>
                <a:cs typeface="Corbel"/>
                <a:sym typeface="Corbel"/>
              </a:defRPr>
            </a:lvl4pPr>
            <a:lvl5pPr marL="0" marR="0" lvl="4" indent="0" algn="l" rtl="0">
              <a:spcBef>
                <a:spcPts val="0"/>
              </a:spcBef>
              <a:buNone/>
              <a:defRPr sz="900" b="0" i="0" u="none" strike="noStrike" cap="none">
                <a:solidFill>
                  <a:schemeClr val="lt1"/>
                </a:solidFill>
                <a:latin typeface="Corbel"/>
                <a:ea typeface="Corbel"/>
                <a:cs typeface="Corbel"/>
                <a:sym typeface="Corbel"/>
              </a:defRPr>
            </a:lvl5pPr>
            <a:lvl6pPr marL="0" marR="0" lvl="5" indent="0" algn="l" rtl="0">
              <a:spcBef>
                <a:spcPts val="0"/>
              </a:spcBef>
              <a:buNone/>
              <a:defRPr sz="900" b="0" i="0" u="none" strike="noStrike" cap="none">
                <a:solidFill>
                  <a:schemeClr val="lt1"/>
                </a:solidFill>
                <a:latin typeface="Corbel"/>
                <a:ea typeface="Corbel"/>
                <a:cs typeface="Corbel"/>
                <a:sym typeface="Corbel"/>
              </a:defRPr>
            </a:lvl6pPr>
            <a:lvl7pPr marL="0" marR="0" lvl="6" indent="0" algn="l" rtl="0">
              <a:spcBef>
                <a:spcPts val="0"/>
              </a:spcBef>
              <a:buNone/>
              <a:defRPr sz="900" b="0" i="0" u="none" strike="noStrike" cap="none">
                <a:solidFill>
                  <a:schemeClr val="lt1"/>
                </a:solidFill>
                <a:latin typeface="Corbel"/>
                <a:ea typeface="Corbel"/>
                <a:cs typeface="Corbel"/>
                <a:sym typeface="Corbel"/>
              </a:defRPr>
            </a:lvl7pPr>
            <a:lvl8pPr marL="0" marR="0" lvl="7" indent="0" algn="l" rtl="0">
              <a:spcBef>
                <a:spcPts val="0"/>
              </a:spcBef>
              <a:buNone/>
              <a:defRPr sz="900" b="0" i="0" u="none" strike="noStrike" cap="none">
                <a:solidFill>
                  <a:schemeClr val="lt1"/>
                </a:solidFill>
                <a:latin typeface="Corbel"/>
                <a:ea typeface="Corbel"/>
                <a:cs typeface="Corbel"/>
                <a:sym typeface="Corbel"/>
              </a:defRPr>
            </a:lvl8pPr>
            <a:lvl9pPr marL="0" marR="0" lvl="8" indent="0" algn="l" rtl="0">
              <a:spcBef>
                <a:spcPts val="0"/>
              </a:spcBef>
              <a:buNone/>
              <a:defRPr sz="900" b="0" i="0" u="none" strike="noStrike" cap="none">
                <a:solidFill>
                  <a:schemeClr val="lt1"/>
                </a:solidFill>
                <a:latin typeface="Corbel"/>
                <a:ea typeface="Corbel"/>
                <a:cs typeface="Corbel"/>
                <a:sym typeface="Corbel"/>
              </a:defRPr>
            </a:lvl9pPr>
          </a:lstStyle>
          <a:p>
            <a:pPr marL="0" lvl="0" indent="0" algn="l"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2"/>
        <p:cNvGrpSpPr/>
        <p:nvPr/>
      </p:nvGrpSpPr>
      <p:grpSpPr>
        <a:xfrm>
          <a:off x="0" y="0"/>
          <a:ext cx="0" cy="0"/>
          <a:chOff x="0" y="0"/>
          <a:chExt cx="0" cy="0"/>
        </a:xfrm>
      </p:grpSpPr>
      <p:sp>
        <p:nvSpPr>
          <p:cNvPr id="93" name="Google Shape;93;p33"/>
          <p:cNvSpPr txBox="1">
            <a:spLocks noGrp="1"/>
          </p:cNvSpPr>
          <p:nvPr>
            <p:ph type="title"/>
          </p:nvPr>
        </p:nvSpPr>
        <p:spPr>
          <a:xfrm>
            <a:off x="233775" y="791155"/>
            <a:ext cx="6390529" cy="1018091"/>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2E3D49"/>
              </a:buClr>
              <a:buSzPts val="3000"/>
              <a:buFont typeface="Arial"/>
              <a:buNone/>
              <a:defRPr sz="3000" b="0" i="0" u="none" strike="noStrike" cap="none">
                <a:solidFill>
                  <a:srgbClr val="2E3D49"/>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94" name="Google Shape;94;p33"/>
          <p:cNvSpPr txBox="1">
            <a:spLocks noGrp="1"/>
          </p:cNvSpPr>
          <p:nvPr>
            <p:ph type="body" idx="1"/>
          </p:nvPr>
        </p:nvSpPr>
        <p:spPr>
          <a:xfrm>
            <a:off x="233775" y="2048845"/>
            <a:ext cx="6390529" cy="6073636"/>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rgbClr val="525C65"/>
              </a:buClr>
              <a:buSzPts val="1800"/>
              <a:buFont typeface="Open Sans"/>
              <a:buChar char="●"/>
              <a:defRPr sz="1800" b="0" i="0" u="none" strike="noStrike" cap="none">
                <a:solidFill>
                  <a:srgbClr val="525C65"/>
                </a:solidFill>
                <a:latin typeface="Open Sans"/>
                <a:ea typeface="Open Sans"/>
                <a:cs typeface="Open Sans"/>
                <a:sym typeface="Open Sans"/>
              </a:defRPr>
            </a:lvl1pPr>
            <a:lvl2pPr marL="914400" marR="0" lvl="1" indent="-317500" algn="l" rtl="0">
              <a:lnSpc>
                <a:spcPct val="115000"/>
              </a:lnSpc>
              <a:spcBef>
                <a:spcPts val="1600"/>
              </a:spcBef>
              <a:spcAft>
                <a:spcPts val="0"/>
              </a:spcAft>
              <a:buClr>
                <a:srgbClr val="525C65"/>
              </a:buClr>
              <a:buSzPts val="1400"/>
              <a:buFont typeface="Open Sans"/>
              <a:buChar char="○"/>
              <a:defRPr sz="1235" b="0" i="0" u="none" strike="noStrike" cap="none">
                <a:solidFill>
                  <a:srgbClr val="525C65"/>
                </a:solidFill>
                <a:latin typeface="Open Sans"/>
                <a:ea typeface="Open Sans"/>
                <a:cs typeface="Open Sans"/>
                <a:sym typeface="Open Sans"/>
              </a:defRPr>
            </a:lvl2pPr>
            <a:lvl3pPr marL="1371600" marR="0" lvl="2" indent="-317500" algn="l" rtl="0">
              <a:lnSpc>
                <a:spcPct val="115000"/>
              </a:lnSpc>
              <a:spcBef>
                <a:spcPts val="1600"/>
              </a:spcBef>
              <a:spcAft>
                <a:spcPts val="0"/>
              </a:spcAft>
              <a:buClr>
                <a:srgbClr val="525C65"/>
              </a:buClr>
              <a:buSzPts val="1400"/>
              <a:buFont typeface="Open Sans"/>
              <a:buChar char="■"/>
              <a:defRPr sz="1235" b="0" i="0" u="none" strike="noStrike" cap="none">
                <a:solidFill>
                  <a:srgbClr val="525C65"/>
                </a:solidFill>
                <a:latin typeface="Open Sans"/>
                <a:ea typeface="Open Sans"/>
                <a:cs typeface="Open Sans"/>
                <a:sym typeface="Open Sans"/>
              </a:defRPr>
            </a:lvl3pPr>
            <a:lvl4pPr marL="1828800" marR="0" lvl="3" indent="-317500" algn="l" rtl="0">
              <a:lnSpc>
                <a:spcPct val="115000"/>
              </a:lnSpc>
              <a:spcBef>
                <a:spcPts val="1600"/>
              </a:spcBef>
              <a:spcAft>
                <a:spcPts val="0"/>
              </a:spcAft>
              <a:buClr>
                <a:srgbClr val="525C65"/>
              </a:buClr>
              <a:buSzPts val="1400"/>
              <a:buFont typeface="Open Sans"/>
              <a:buChar char="●"/>
              <a:defRPr sz="1235" b="0" i="0" u="none" strike="noStrike" cap="none">
                <a:solidFill>
                  <a:srgbClr val="525C65"/>
                </a:solidFill>
                <a:latin typeface="Open Sans"/>
                <a:ea typeface="Open Sans"/>
                <a:cs typeface="Open Sans"/>
                <a:sym typeface="Open Sans"/>
              </a:defRPr>
            </a:lvl4pPr>
            <a:lvl5pPr marL="2286000" marR="0" lvl="4" indent="-317500" algn="l" rtl="0">
              <a:lnSpc>
                <a:spcPct val="115000"/>
              </a:lnSpc>
              <a:spcBef>
                <a:spcPts val="1600"/>
              </a:spcBef>
              <a:spcAft>
                <a:spcPts val="0"/>
              </a:spcAft>
              <a:buClr>
                <a:srgbClr val="525C65"/>
              </a:buClr>
              <a:buSzPts val="1400"/>
              <a:buFont typeface="Open Sans"/>
              <a:buChar char="○"/>
              <a:defRPr sz="1235" b="0" i="0" u="none" strike="noStrike" cap="none">
                <a:solidFill>
                  <a:srgbClr val="525C65"/>
                </a:solidFill>
                <a:latin typeface="Open Sans"/>
                <a:ea typeface="Open Sans"/>
                <a:cs typeface="Open Sans"/>
                <a:sym typeface="Open Sans"/>
              </a:defRPr>
            </a:lvl5pPr>
            <a:lvl6pPr marL="2743200" marR="0" lvl="5" indent="-317500" algn="l" rtl="0">
              <a:lnSpc>
                <a:spcPct val="115000"/>
              </a:lnSpc>
              <a:spcBef>
                <a:spcPts val="1600"/>
              </a:spcBef>
              <a:spcAft>
                <a:spcPts val="0"/>
              </a:spcAft>
              <a:buClr>
                <a:srgbClr val="525C65"/>
              </a:buClr>
              <a:buSzPts val="1400"/>
              <a:buFont typeface="Open Sans"/>
              <a:buChar char="■"/>
              <a:defRPr sz="1235" b="0" i="0" u="none" strike="noStrike" cap="none">
                <a:solidFill>
                  <a:srgbClr val="525C65"/>
                </a:solidFill>
                <a:latin typeface="Open Sans"/>
                <a:ea typeface="Open Sans"/>
                <a:cs typeface="Open Sans"/>
                <a:sym typeface="Open Sans"/>
              </a:defRPr>
            </a:lvl6pPr>
            <a:lvl7pPr marL="3200400" marR="0" lvl="6" indent="-317500" algn="l" rtl="0">
              <a:lnSpc>
                <a:spcPct val="115000"/>
              </a:lnSpc>
              <a:spcBef>
                <a:spcPts val="1600"/>
              </a:spcBef>
              <a:spcAft>
                <a:spcPts val="0"/>
              </a:spcAft>
              <a:buClr>
                <a:srgbClr val="525C65"/>
              </a:buClr>
              <a:buSzPts val="1400"/>
              <a:buFont typeface="Open Sans"/>
              <a:buChar char="●"/>
              <a:defRPr sz="1235" b="0" i="0" u="none" strike="noStrike" cap="none">
                <a:solidFill>
                  <a:srgbClr val="525C65"/>
                </a:solidFill>
                <a:latin typeface="Open Sans"/>
                <a:ea typeface="Open Sans"/>
                <a:cs typeface="Open Sans"/>
                <a:sym typeface="Open Sans"/>
              </a:defRPr>
            </a:lvl7pPr>
            <a:lvl8pPr marL="3657600" marR="0" lvl="7" indent="-317500" algn="l" rtl="0">
              <a:lnSpc>
                <a:spcPct val="115000"/>
              </a:lnSpc>
              <a:spcBef>
                <a:spcPts val="1600"/>
              </a:spcBef>
              <a:spcAft>
                <a:spcPts val="0"/>
              </a:spcAft>
              <a:buClr>
                <a:srgbClr val="525C65"/>
              </a:buClr>
              <a:buSzPts val="1400"/>
              <a:buFont typeface="Open Sans"/>
              <a:buChar char="○"/>
              <a:defRPr sz="1235" b="0" i="0" u="none" strike="noStrike" cap="none">
                <a:solidFill>
                  <a:srgbClr val="525C65"/>
                </a:solidFill>
                <a:latin typeface="Open Sans"/>
                <a:ea typeface="Open Sans"/>
                <a:cs typeface="Open Sans"/>
                <a:sym typeface="Open Sans"/>
              </a:defRPr>
            </a:lvl8pPr>
            <a:lvl9pPr marL="4114800" marR="0" lvl="8" indent="-317500" algn="l" rtl="0">
              <a:lnSpc>
                <a:spcPct val="115000"/>
              </a:lnSpc>
              <a:spcBef>
                <a:spcPts val="1600"/>
              </a:spcBef>
              <a:spcAft>
                <a:spcPts val="1600"/>
              </a:spcAft>
              <a:buClr>
                <a:srgbClr val="525C65"/>
              </a:buClr>
              <a:buSzPts val="1400"/>
              <a:buFont typeface="Open Sans"/>
              <a:buChar char="■"/>
              <a:defRPr sz="1235" b="0" i="0" u="none" strike="noStrike" cap="none">
                <a:solidFill>
                  <a:srgbClr val="525C65"/>
                </a:solidFill>
                <a:latin typeface="Open Sans"/>
                <a:ea typeface="Open Sans"/>
                <a:cs typeface="Open Sans"/>
                <a:sym typeface="Open Sans"/>
              </a:defRPr>
            </a:lvl9pPr>
          </a:lstStyle>
          <a:p>
            <a:endParaRPr/>
          </a:p>
        </p:txBody>
      </p:sp>
      <p:sp>
        <p:nvSpPr>
          <p:cNvPr id="95" name="Google Shape;95;p33"/>
          <p:cNvSpPr txBox="1">
            <a:spLocks noGrp="1"/>
          </p:cNvSpPr>
          <p:nvPr>
            <p:ph type="sldNum" idx="12"/>
          </p:nvPr>
        </p:nvSpPr>
        <p:spPr>
          <a:xfrm>
            <a:off x="6354343" y="8290164"/>
            <a:ext cx="411618" cy="699818"/>
          </a:xfrm>
          <a:prstGeom prst="rect">
            <a:avLst/>
          </a:prstGeom>
          <a:noFill/>
          <a:ln>
            <a:noFill/>
          </a:ln>
        </p:spPr>
        <p:txBody>
          <a:bodyPr spcFirstLastPara="1" wrap="square" lIns="91425" tIns="91425" rIns="91425" bIns="91425" anchor="ctr" anchorCtr="0">
            <a:noAutofit/>
          </a:bodyPr>
          <a:lstStyle>
            <a:lvl1pPr marL="0" marR="0" lvl="0" indent="0" algn="r" rtl="0">
              <a:buClr>
                <a:schemeClr val="dk2"/>
              </a:buClr>
              <a:buSzPts val="882"/>
              <a:buFont typeface="Arial"/>
              <a:buNone/>
              <a:defRPr sz="882">
                <a:solidFill>
                  <a:schemeClr val="dk2"/>
                </a:solidFill>
                <a:latin typeface="Arial"/>
                <a:ea typeface="Arial"/>
                <a:cs typeface="Arial"/>
                <a:sym typeface="Arial"/>
              </a:defRPr>
            </a:lvl1pPr>
            <a:lvl2pPr marL="0" marR="0" lvl="1" indent="0" algn="r" rtl="0">
              <a:buClr>
                <a:schemeClr val="dk2"/>
              </a:buClr>
              <a:buSzPts val="882"/>
              <a:buFont typeface="Arial"/>
              <a:buNone/>
              <a:defRPr sz="882">
                <a:solidFill>
                  <a:schemeClr val="dk2"/>
                </a:solidFill>
                <a:latin typeface="Arial"/>
                <a:ea typeface="Arial"/>
                <a:cs typeface="Arial"/>
                <a:sym typeface="Arial"/>
              </a:defRPr>
            </a:lvl2pPr>
            <a:lvl3pPr marL="0" marR="0" lvl="2" indent="0" algn="r" rtl="0">
              <a:buClr>
                <a:schemeClr val="dk2"/>
              </a:buClr>
              <a:buSzPts val="882"/>
              <a:buFont typeface="Arial"/>
              <a:buNone/>
              <a:defRPr sz="882">
                <a:solidFill>
                  <a:schemeClr val="dk2"/>
                </a:solidFill>
                <a:latin typeface="Arial"/>
                <a:ea typeface="Arial"/>
                <a:cs typeface="Arial"/>
                <a:sym typeface="Arial"/>
              </a:defRPr>
            </a:lvl3pPr>
            <a:lvl4pPr marL="0" marR="0" lvl="3" indent="0" algn="r" rtl="0">
              <a:buClr>
                <a:schemeClr val="dk2"/>
              </a:buClr>
              <a:buSzPts val="882"/>
              <a:buFont typeface="Arial"/>
              <a:buNone/>
              <a:defRPr sz="882">
                <a:solidFill>
                  <a:schemeClr val="dk2"/>
                </a:solidFill>
                <a:latin typeface="Arial"/>
                <a:ea typeface="Arial"/>
                <a:cs typeface="Arial"/>
                <a:sym typeface="Arial"/>
              </a:defRPr>
            </a:lvl4pPr>
            <a:lvl5pPr marL="0" marR="0" lvl="4" indent="0" algn="r" rtl="0">
              <a:buClr>
                <a:schemeClr val="dk2"/>
              </a:buClr>
              <a:buSzPts val="882"/>
              <a:buFont typeface="Arial"/>
              <a:buNone/>
              <a:defRPr sz="882">
                <a:solidFill>
                  <a:schemeClr val="dk2"/>
                </a:solidFill>
                <a:latin typeface="Arial"/>
                <a:ea typeface="Arial"/>
                <a:cs typeface="Arial"/>
                <a:sym typeface="Arial"/>
              </a:defRPr>
            </a:lvl5pPr>
            <a:lvl6pPr marL="0" marR="0" lvl="5" indent="0" algn="r" rtl="0">
              <a:buClr>
                <a:schemeClr val="dk2"/>
              </a:buClr>
              <a:buSzPts val="882"/>
              <a:buFont typeface="Arial"/>
              <a:buNone/>
              <a:defRPr sz="882">
                <a:solidFill>
                  <a:schemeClr val="dk2"/>
                </a:solidFill>
                <a:latin typeface="Arial"/>
                <a:ea typeface="Arial"/>
                <a:cs typeface="Arial"/>
                <a:sym typeface="Arial"/>
              </a:defRPr>
            </a:lvl6pPr>
            <a:lvl7pPr marL="0" marR="0" lvl="6" indent="0" algn="r" rtl="0">
              <a:buClr>
                <a:schemeClr val="dk2"/>
              </a:buClr>
              <a:buSzPts val="882"/>
              <a:buFont typeface="Arial"/>
              <a:buNone/>
              <a:defRPr sz="882">
                <a:solidFill>
                  <a:schemeClr val="dk2"/>
                </a:solidFill>
                <a:latin typeface="Arial"/>
                <a:ea typeface="Arial"/>
                <a:cs typeface="Arial"/>
                <a:sym typeface="Arial"/>
              </a:defRPr>
            </a:lvl7pPr>
            <a:lvl8pPr marL="0" marR="0" lvl="7" indent="0" algn="r" rtl="0">
              <a:buClr>
                <a:schemeClr val="dk2"/>
              </a:buClr>
              <a:buSzPts val="882"/>
              <a:buFont typeface="Arial"/>
              <a:buNone/>
              <a:defRPr sz="882">
                <a:solidFill>
                  <a:schemeClr val="dk2"/>
                </a:solidFill>
                <a:latin typeface="Arial"/>
                <a:ea typeface="Arial"/>
                <a:cs typeface="Arial"/>
                <a:sym typeface="Arial"/>
              </a:defRPr>
            </a:lvl8pPr>
            <a:lvl9pPr marL="0" marR="0" lvl="8" indent="0" algn="r" rtl="0">
              <a:buClr>
                <a:schemeClr val="dk2"/>
              </a:buClr>
              <a:buSzPts val="882"/>
              <a:buFont typeface="Arial"/>
              <a:buNone/>
              <a:defRPr sz="882">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96" name="Google Shape;96;p33"/>
          <p:cNvSpPr/>
          <p:nvPr/>
        </p:nvSpPr>
        <p:spPr>
          <a:xfrm>
            <a:off x="-10" y="876756"/>
            <a:ext cx="28588" cy="846818"/>
          </a:xfrm>
          <a:prstGeom prst="rect">
            <a:avLst/>
          </a:prstGeom>
          <a:solidFill>
            <a:srgbClr val="15C26B"/>
          </a:solidFill>
          <a:ln>
            <a:noFill/>
          </a:ln>
        </p:spPr>
        <p:txBody>
          <a:bodyPr spcFirstLastPara="1" wrap="square" lIns="23625" tIns="23625" rIns="23625" bIns="23625" anchor="ctr" anchorCtr="0">
            <a:noAutofit/>
          </a:bodyPr>
          <a:lstStyle/>
          <a:p>
            <a:pPr marL="0" marR="0" lvl="0" indent="0" algn="ctr" rtl="0">
              <a:lnSpc>
                <a:spcPct val="100000"/>
              </a:lnSpc>
              <a:spcBef>
                <a:spcPts val="0"/>
              </a:spcBef>
              <a:spcAft>
                <a:spcPts val="0"/>
              </a:spcAft>
              <a:buClr>
                <a:srgbClr val="FFFFFF"/>
              </a:buClr>
              <a:buSzPts val="1059"/>
              <a:buFont typeface="Helvetica Neue"/>
              <a:buNone/>
            </a:pPr>
            <a:endParaRPr sz="1059" b="0" i="0" u="none" strike="noStrike" cap="none">
              <a:solidFill>
                <a:srgbClr val="FFFFFF"/>
              </a:solidFill>
              <a:latin typeface="Helvetica Neue"/>
              <a:ea typeface="Helvetica Neue"/>
              <a:cs typeface="Helvetica Neue"/>
              <a:sym typeface="Helvetica Neue"/>
            </a:endParaRPr>
          </a:p>
        </p:txBody>
      </p:sp>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
          <p:cNvSpPr txBox="1">
            <a:spLocks noGrp="1"/>
          </p:cNvSpPr>
          <p:nvPr>
            <p:ph type="ctrTitle"/>
          </p:nvPr>
        </p:nvSpPr>
        <p:spPr>
          <a:xfrm>
            <a:off x="205739" y="2888488"/>
            <a:ext cx="6452756" cy="2319129"/>
          </a:xfrm>
          <a:prstGeom prst="rect">
            <a:avLst/>
          </a:prstGeom>
          <a:noFill/>
          <a:ln>
            <a:noFill/>
          </a:ln>
        </p:spPr>
        <p:txBody>
          <a:bodyPr spcFirstLastPara="1" wrap="square" lIns="91425" tIns="45700" rIns="91425" bIns="45700" anchor="ctr" anchorCtr="0">
            <a:normAutofit/>
          </a:bodyPr>
          <a:lstStyle/>
          <a:p>
            <a:pPr marL="0" lvl="0" indent="0" algn="ctr" rtl="0">
              <a:lnSpc>
                <a:spcPct val="80000"/>
              </a:lnSpc>
              <a:spcBef>
                <a:spcPts val="0"/>
              </a:spcBef>
              <a:spcAft>
                <a:spcPts val="0"/>
              </a:spcAft>
              <a:buClr>
                <a:schemeClr val="dk2"/>
              </a:buClr>
              <a:buSzPts val="4500"/>
              <a:buFont typeface="Corbel"/>
              <a:buNone/>
            </a:pPr>
            <a:endParaRPr/>
          </a:p>
        </p:txBody>
      </p:sp>
      <p:sp>
        <p:nvSpPr>
          <p:cNvPr id="141" name="Google Shape;141;p1"/>
          <p:cNvSpPr txBox="1">
            <a:spLocks noGrp="1"/>
          </p:cNvSpPr>
          <p:nvPr>
            <p:ph type="subTitle" idx="1"/>
          </p:nvPr>
        </p:nvSpPr>
        <p:spPr>
          <a:xfrm>
            <a:off x="857250" y="5293754"/>
            <a:ext cx="5143500" cy="1745673"/>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SzPts val="1500"/>
              <a:buNone/>
            </a:pPr>
            <a:endParaRPr/>
          </a:p>
        </p:txBody>
      </p:sp>
      <p:pic>
        <p:nvPicPr>
          <p:cNvPr id="142" name="Google Shape;142;p1"/>
          <p:cNvPicPr preferRelativeResize="0"/>
          <p:nvPr/>
        </p:nvPicPr>
        <p:blipFill rotWithShape="1">
          <a:blip r:embed="rId3">
            <a:alphaModFix/>
          </a:blip>
          <a:srcRect l="1606" r="1606"/>
          <a:stretch/>
        </p:blipFill>
        <p:spPr>
          <a:xfrm>
            <a:off x="0" y="1335505"/>
            <a:ext cx="6858000" cy="6473477"/>
          </a:xfrm>
          <a:prstGeom prst="rect">
            <a:avLst/>
          </a:prstGeom>
          <a:noFill/>
          <a:ln>
            <a:noFill/>
          </a:ln>
        </p:spPr>
      </p:pic>
      <p:sp>
        <p:nvSpPr>
          <p:cNvPr id="143" name="Google Shape;143;p1"/>
          <p:cNvSpPr txBox="1"/>
          <p:nvPr/>
        </p:nvSpPr>
        <p:spPr>
          <a:xfrm>
            <a:off x="86262" y="600989"/>
            <a:ext cx="6685477" cy="1033754"/>
          </a:xfrm>
          <a:prstGeom prst="rect">
            <a:avLst/>
          </a:prstGeom>
          <a:noFill/>
          <a:ln>
            <a:noFill/>
          </a:ln>
        </p:spPr>
        <p:txBody>
          <a:bodyPr spcFirstLastPara="1" wrap="square" lIns="84375" tIns="84375" rIns="84375" bIns="84375" anchor="ctr" anchorCtr="0">
            <a:noAutofit/>
          </a:bodyPr>
          <a:lstStyle/>
          <a:p>
            <a:pPr marL="0" marR="0" lvl="0" indent="0" algn="ctr" rtl="0">
              <a:lnSpc>
                <a:spcPct val="80000"/>
              </a:lnSpc>
              <a:spcBef>
                <a:spcPts val="0"/>
              </a:spcBef>
              <a:spcAft>
                <a:spcPts val="0"/>
              </a:spcAft>
              <a:buClr>
                <a:schemeClr val="lt1"/>
              </a:buClr>
              <a:buSzPts val="4154"/>
              <a:buFont typeface="Corbel"/>
              <a:buNone/>
            </a:pPr>
            <a:r>
              <a:rPr lang="en" sz="4154" b="0" i="0" u="none" strike="noStrike" cap="none">
                <a:solidFill>
                  <a:schemeClr val="lt1"/>
                </a:solidFill>
                <a:latin typeface="Corbel"/>
                <a:ea typeface="Corbel"/>
                <a:cs typeface="Corbel"/>
                <a:sym typeface="Corbel"/>
              </a:rPr>
              <a:t>SECURITY ASSESSMENT</a:t>
            </a:r>
            <a:endParaRPr/>
          </a:p>
        </p:txBody>
      </p:sp>
      <p:sp>
        <p:nvSpPr>
          <p:cNvPr id="144" name="Google Shape;144;p1"/>
          <p:cNvSpPr txBox="1"/>
          <p:nvPr/>
        </p:nvSpPr>
        <p:spPr>
          <a:xfrm>
            <a:off x="97837" y="7668724"/>
            <a:ext cx="6685477" cy="1398185"/>
          </a:xfrm>
          <a:prstGeom prst="rect">
            <a:avLst/>
          </a:prstGeom>
          <a:noFill/>
          <a:ln>
            <a:noFill/>
          </a:ln>
        </p:spPr>
        <p:txBody>
          <a:bodyPr spcFirstLastPara="1" wrap="square" lIns="84375" tIns="84375" rIns="84375" bIns="84375" anchor="ctr" anchorCtr="0">
            <a:noAutofit/>
          </a:bodyPr>
          <a:lstStyle/>
          <a:p>
            <a:pPr marL="0" marR="0" lvl="0" indent="0" algn="ctr" rtl="0">
              <a:lnSpc>
                <a:spcPct val="80000"/>
              </a:lnSpc>
              <a:spcBef>
                <a:spcPts val="0"/>
              </a:spcBef>
              <a:spcAft>
                <a:spcPts val="0"/>
              </a:spcAft>
              <a:buClr>
                <a:schemeClr val="lt1"/>
              </a:buClr>
              <a:buSzPts val="3691"/>
              <a:buFont typeface="Corbel"/>
              <a:buNone/>
            </a:pPr>
            <a:r>
              <a:rPr lang="en" sz="3691" i="1" dirty="0">
                <a:solidFill>
                  <a:schemeClr val="lt1"/>
                </a:solidFill>
                <a:latin typeface="Corbel"/>
                <a:sym typeface="Corbel"/>
              </a:rPr>
              <a:t>Parakh Shinde</a:t>
            </a:r>
            <a:endParaRPr dirty="0"/>
          </a:p>
          <a:p>
            <a:pPr algn="ctr">
              <a:lnSpc>
                <a:spcPct val="80000"/>
              </a:lnSpc>
              <a:buClr>
                <a:schemeClr val="lt1"/>
              </a:buClr>
              <a:buSzPts val="3691"/>
            </a:pPr>
            <a:r>
              <a:rPr lang="en-IN" sz="3200" i="1" dirty="0">
                <a:solidFill>
                  <a:schemeClr val="tx1"/>
                </a:solidFill>
              </a:rPr>
              <a:t>[CBS-0407]</a:t>
            </a:r>
          </a:p>
          <a:p>
            <a:pPr marL="0" marR="0" lvl="0" indent="0" algn="ctr" rtl="0">
              <a:lnSpc>
                <a:spcPct val="80000"/>
              </a:lnSpc>
              <a:spcBef>
                <a:spcPts val="0"/>
              </a:spcBef>
              <a:spcAft>
                <a:spcPts val="0"/>
              </a:spcAft>
              <a:buClr>
                <a:schemeClr val="lt1"/>
              </a:buClr>
              <a:buSzPts val="3691"/>
              <a:buFont typeface="Corbel"/>
              <a:buNone/>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D3B59"/>
        </a:solidFill>
        <a:effectLst/>
      </p:bgPr>
    </p:bg>
    <p:spTree>
      <p:nvGrpSpPr>
        <p:cNvPr id="1" name="Shape 154"/>
        <p:cNvGrpSpPr/>
        <p:nvPr/>
      </p:nvGrpSpPr>
      <p:grpSpPr>
        <a:xfrm>
          <a:off x="0" y="0"/>
          <a:ext cx="0" cy="0"/>
          <a:chOff x="0" y="0"/>
          <a:chExt cx="0" cy="0"/>
        </a:xfrm>
      </p:grpSpPr>
      <p:sp>
        <p:nvSpPr>
          <p:cNvPr id="155" name="Google Shape;155;p3"/>
          <p:cNvSpPr txBox="1"/>
          <p:nvPr/>
        </p:nvSpPr>
        <p:spPr>
          <a:xfrm>
            <a:off x="625642" y="2544270"/>
            <a:ext cx="4644190"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4800" b="0" i="0" u="none" strike="noStrike" cap="none">
                <a:solidFill>
                  <a:schemeClr val="lt1"/>
                </a:solidFill>
                <a:latin typeface="Corbel"/>
                <a:ea typeface="Corbel"/>
                <a:cs typeface="Corbel"/>
                <a:sym typeface="Corbel"/>
              </a:rPr>
              <a:t>Project Scenario</a:t>
            </a:r>
            <a:endParaRPr sz="4800">
              <a:solidFill>
                <a:schemeClr val="lt1"/>
              </a:solidFill>
              <a:latin typeface="Corbel"/>
              <a:ea typeface="Corbel"/>
              <a:cs typeface="Corbel"/>
              <a:sym typeface="Corbe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4"/>
          <p:cNvSpPr txBox="1">
            <a:spLocks noGrp="1"/>
          </p:cNvSpPr>
          <p:nvPr>
            <p:ph type="title"/>
          </p:nvPr>
        </p:nvSpPr>
        <p:spPr>
          <a:xfrm>
            <a:off x="233775" y="902357"/>
            <a:ext cx="6390529" cy="988147"/>
          </a:xfrm>
          <a:prstGeom prst="rect">
            <a:avLst/>
          </a:prstGeom>
          <a:noFill/>
          <a:ln>
            <a:noFill/>
          </a:ln>
        </p:spPr>
        <p:txBody>
          <a:bodyPr spcFirstLastPara="1" wrap="square" lIns="80650" tIns="80650" rIns="80650" bIns="80650" anchor="ctr" anchorCtr="0">
            <a:noAutofit/>
          </a:bodyPr>
          <a:lstStyle/>
          <a:p>
            <a:pPr marL="0" lvl="0" indent="0" algn="l" rtl="0">
              <a:lnSpc>
                <a:spcPct val="100000"/>
              </a:lnSpc>
              <a:spcBef>
                <a:spcPts val="0"/>
              </a:spcBef>
              <a:spcAft>
                <a:spcPts val="0"/>
              </a:spcAft>
              <a:buSzPts val="3200"/>
              <a:buFont typeface="Open Sans Light"/>
              <a:buNone/>
            </a:pPr>
            <a:r>
              <a:rPr lang="en"/>
              <a:t>Overview</a:t>
            </a:r>
            <a:endParaRPr/>
          </a:p>
        </p:txBody>
      </p:sp>
      <p:sp>
        <p:nvSpPr>
          <p:cNvPr id="161" name="Google Shape;161;p4"/>
          <p:cNvSpPr txBox="1">
            <a:spLocks noGrp="1"/>
          </p:cNvSpPr>
          <p:nvPr>
            <p:ph type="body" idx="1"/>
          </p:nvPr>
        </p:nvSpPr>
        <p:spPr>
          <a:xfrm>
            <a:off x="233696" y="1624500"/>
            <a:ext cx="6390529" cy="5895000"/>
          </a:xfrm>
          <a:prstGeom prst="rect">
            <a:avLst/>
          </a:prstGeom>
          <a:noFill/>
          <a:ln>
            <a:noFill/>
          </a:ln>
        </p:spPr>
        <p:txBody>
          <a:bodyPr spcFirstLastPara="1" wrap="square" lIns="80650" tIns="80650" rIns="80650" bIns="80650" anchor="t" anchorCtr="0">
            <a:noAutofit/>
          </a:bodyPr>
          <a:lstStyle/>
          <a:p>
            <a:pPr marL="0" lvl="0" indent="0" algn="l" rtl="0">
              <a:lnSpc>
                <a:spcPct val="115000"/>
              </a:lnSpc>
              <a:spcBef>
                <a:spcPts val="1200"/>
              </a:spcBef>
              <a:spcAft>
                <a:spcPts val="0"/>
              </a:spcAft>
              <a:buSzPts val="1800"/>
              <a:buNone/>
            </a:pPr>
            <a:r>
              <a:rPr lang="en" sz="1600"/>
              <a:t>As the lead security engineer for CryptoV4ult, a prominent international cryptocurrency platform, you're tasked with ensuring the security and integrity of our newly established infrastructure. With over 1 million users relying on our services, it's imperative that we maintain the highest standards of security to protect their digital assets.</a:t>
            </a:r>
            <a:endParaRPr/>
          </a:p>
          <a:p>
            <a:pPr marL="0" lvl="0" indent="0" algn="l" rtl="0">
              <a:lnSpc>
                <a:spcPct val="115000"/>
              </a:lnSpc>
              <a:spcBef>
                <a:spcPts val="1200"/>
              </a:spcBef>
              <a:spcAft>
                <a:spcPts val="0"/>
              </a:spcAft>
              <a:buSzPts val="1800"/>
              <a:buNone/>
            </a:pPr>
            <a:r>
              <a:rPr lang="en" sz="1600"/>
              <a:t>Your role involves a comprehensive review of the security landscape for our new application technology stack, identifying potential vulnerabilities, and running scans to assess any existing threats. Your scope encompasses various entities within our architecture, including the application itself, containerized services, and the external-facing API.</a:t>
            </a:r>
            <a:endParaRPr/>
          </a:p>
          <a:p>
            <a:pPr marL="0" lvl="0" indent="0" algn="l" rtl="0">
              <a:lnSpc>
                <a:spcPct val="115000"/>
              </a:lnSpc>
              <a:spcBef>
                <a:spcPts val="1200"/>
              </a:spcBef>
              <a:spcAft>
                <a:spcPts val="1200"/>
              </a:spcAft>
              <a:buSzPts val="1800"/>
              <a:buNone/>
            </a:pPr>
            <a:r>
              <a:rPr lang="en" sz="1600"/>
              <a:t>Ultimately, your objective is to develop a robust remediation plan that not only addresses current vulnerabilities but also strengthens our overall security posture, safeguarding both user data and the platform's reputation. This critical mission presents an exciting opportunity to leverage your skills and expertise in cybersecurity to fortify our infrastructure and uphold our commitment to providing a secure and reliable platform for our users. Let's embark on this journey together to ensure CryptoV4ult remains a trusted leader in the cryptocurrency industry!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D3B59"/>
        </a:solidFill>
        <a:effectLst/>
      </p:bgPr>
    </p:bg>
    <p:spTree>
      <p:nvGrpSpPr>
        <p:cNvPr id="1" name="Shape 165"/>
        <p:cNvGrpSpPr/>
        <p:nvPr/>
      </p:nvGrpSpPr>
      <p:grpSpPr>
        <a:xfrm>
          <a:off x="0" y="0"/>
          <a:ext cx="0" cy="0"/>
          <a:chOff x="0" y="0"/>
          <a:chExt cx="0" cy="0"/>
        </a:xfrm>
      </p:grpSpPr>
      <p:sp>
        <p:nvSpPr>
          <p:cNvPr id="166" name="Google Shape;166;p5"/>
          <p:cNvSpPr txBox="1"/>
          <p:nvPr/>
        </p:nvSpPr>
        <p:spPr>
          <a:xfrm>
            <a:off x="625642" y="2544270"/>
            <a:ext cx="4644190" cy="132343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FF"/>
              </a:buClr>
              <a:buSzPts val="4800"/>
              <a:buFont typeface="Corbel"/>
              <a:buNone/>
            </a:pPr>
            <a:r>
              <a:rPr lang="en" sz="4800" b="0" i="0" u="none" strike="noStrike" cap="none">
                <a:solidFill>
                  <a:srgbClr val="FFFFFF"/>
                </a:solidFill>
                <a:latin typeface="Corbel"/>
                <a:ea typeface="Corbel"/>
                <a:cs typeface="Corbel"/>
                <a:sym typeface="Corbel"/>
              </a:rPr>
              <a:t>Section 1:</a:t>
            </a:r>
            <a:endParaRPr/>
          </a:p>
          <a:p>
            <a:pPr marL="0" marR="0" lvl="0" indent="0" algn="l" rtl="0">
              <a:lnSpc>
                <a:spcPct val="100000"/>
              </a:lnSpc>
              <a:spcBef>
                <a:spcPts val="0"/>
              </a:spcBef>
              <a:spcAft>
                <a:spcPts val="0"/>
              </a:spcAft>
              <a:buClr>
                <a:srgbClr val="FFFFFF"/>
              </a:buClr>
              <a:buSzPts val="3200"/>
              <a:buFont typeface="Corbel"/>
              <a:buNone/>
            </a:pPr>
            <a:r>
              <a:rPr lang="en" sz="3200">
                <a:solidFill>
                  <a:srgbClr val="FFFFFF"/>
                </a:solidFill>
                <a:latin typeface="Corbel"/>
                <a:ea typeface="Corbel"/>
                <a:cs typeface="Corbel"/>
                <a:sym typeface="Corbel"/>
              </a:rPr>
              <a:t>Integrating SDLC (20)</a:t>
            </a:r>
            <a:endParaRPr sz="3200" b="0" i="0" u="none" strike="noStrike" cap="none">
              <a:solidFill>
                <a:srgbClr val="FFFFFF"/>
              </a:solidFill>
              <a:latin typeface="Corbel"/>
              <a:ea typeface="Corbel"/>
              <a:cs typeface="Corbel"/>
              <a:sym typeface="Corbe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8"/>
          <p:cNvSpPr txBox="1">
            <a:spLocks noGrp="1"/>
          </p:cNvSpPr>
          <p:nvPr>
            <p:ph type="title"/>
          </p:nvPr>
        </p:nvSpPr>
        <p:spPr>
          <a:xfrm>
            <a:off x="233775" y="791155"/>
            <a:ext cx="6390529" cy="1018091"/>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200"/>
              <a:buFont typeface="Open Sans Light"/>
              <a:buNone/>
            </a:pPr>
            <a:r>
              <a:rPr lang="en" sz="3200" b="0" i="0" u="none" strike="noStrike" cap="none">
                <a:solidFill>
                  <a:srgbClr val="02B3E4"/>
                </a:solidFill>
                <a:latin typeface="Open Sans Light"/>
                <a:ea typeface="Open Sans Light"/>
                <a:cs typeface="Open Sans Light"/>
                <a:sym typeface="Open Sans Light"/>
              </a:rPr>
              <a:t>Transitioning to Secure SDLC</a:t>
            </a:r>
            <a:endParaRPr/>
          </a:p>
        </p:txBody>
      </p:sp>
      <p:graphicFrame>
        <p:nvGraphicFramePr>
          <p:cNvPr id="184" name="Google Shape;184;p8"/>
          <p:cNvGraphicFramePr/>
          <p:nvPr>
            <p:extLst>
              <p:ext uri="{D42A27DB-BD31-4B8C-83A1-F6EECF244321}">
                <p14:modId xmlns:p14="http://schemas.microsoft.com/office/powerpoint/2010/main" val="3070716892"/>
              </p:ext>
            </p:extLst>
          </p:nvPr>
        </p:nvGraphicFramePr>
        <p:xfrm>
          <a:off x="233696" y="1652955"/>
          <a:ext cx="6390529" cy="7174523"/>
        </p:xfrm>
        <a:graphic>
          <a:graphicData uri="http://schemas.openxmlformats.org/drawingml/2006/table">
            <a:tbl>
              <a:tblPr>
                <a:noFill/>
                <a:tableStyleId>{26DBA037-5822-4F53-A53A-243C1EEF8FA9}</a:tableStyleId>
              </a:tblPr>
              <a:tblGrid>
                <a:gridCol w="6390529">
                  <a:extLst>
                    <a:ext uri="{9D8B030D-6E8A-4147-A177-3AD203B41FA5}">
                      <a16:colId xmlns:a16="http://schemas.microsoft.com/office/drawing/2014/main" val="20000"/>
                    </a:ext>
                  </a:extLst>
                </a:gridCol>
              </a:tblGrid>
              <a:tr h="495588">
                <a:tc>
                  <a:txBody>
                    <a:bodyPr/>
                    <a:lstStyle/>
                    <a:p>
                      <a:pPr marL="0" marR="0" lvl="0" indent="0" algn="l" rtl="0">
                        <a:lnSpc>
                          <a:spcPct val="100000"/>
                        </a:lnSpc>
                        <a:spcBef>
                          <a:spcPts val="0"/>
                        </a:spcBef>
                        <a:spcAft>
                          <a:spcPts val="0"/>
                        </a:spcAft>
                        <a:buClr>
                          <a:srgbClr val="000000"/>
                        </a:buClr>
                        <a:buSzPts val="1600"/>
                        <a:buFont typeface="Arial"/>
                        <a:buNone/>
                      </a:pPr>
                      <a:r>
                        <a:rPr lang="en" sz="1600" b="1" u="none" strike="noStrike" cap="none">
                          <a:solidFill>
                            <a:srgbClr val="525C65"/>
                          </a:solidFill>
                          <a:latin typeface="Open Sans"/>
                          <a:ea typeface="Open Sans"/>
                          <a:cs typeface="Open Sans"/>
                          <a:sym typeface="Open Sans"/>
                        </a:rPr>
                        <a:t>Requirements Analysis</a:t>
                      </a:r>
                      <a:endParaRPr sz="1600" b="1" u="none" strike="noStrike" cap="none"/>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3092240">
                <a:tc>
                  <a:txBody>
                    <a:bodyPr/>
                    <a:lstStyle/>
                    <a:p>
                      <a:pPr marL="0" marR="0" lvl="0" indent="0" algn="l" rtl="0">
                        <a:lnSpc>
                          <a:spcPct val="100000"/>
                        </a:lnSpc>
                        <a:spcBef>
                          <a:spcPts val="0"/>
                        </a:spcBef>
                        <a:spcAft>
                          <a:spcPts val="0"/>
                        </a:spcAft>
                        <a:buClr>
                          <a:srgbClr val="000000"/>
                        </a:buClr>
                        <a:buSzPts val="1400"/>
                        <a:buFont typeface="Arial"/>
                        <a:buNone/>
                      </a:pPr>
                      <a:r>
                        <a:rPr lang="en-US" sz="1800" b="1" i="0" u="none" strike="noStrike" cap="none" dirty="0">
                          <a:solidFill>
                            <a:srgbClr val="000000"/>
                          </a:solidFill>
                          <a:effectLst/>
                          <a:latin typeface="Arial"/>
                          <a:ea typeface="Arial"/>
                          <a:cs typeface="Arial"/>
                          <a:sym typeface="Arial"/>
                        </a:rPr>
                        <a:t>Tasks</a:t>
                      </a:r>
                      <a:r>
                        <a:rPr lang="en-US" sz="1800" b="0" i="0" u="none" strike="noStrike" cap="none" dirty="0">
                          <a:solidFill>
                            <a:srgbClr val="000000"/>
                          </a:solidFill>
                          <a:effectLst/>
                          <a:latin typeface="Arial"/>
                          <a:ea typeface="Arial"/>
                          <a:cs typeface="Arial"/>
                          <a:sym typeface="Arial"/>
                        </a:rPr>
                        <a:t>: Conduct user interviews to gather functional requirements. Write a requirements document for task management features. </a:t>
                      </a:r>
                    </a:p>
                    <a:p>
                      <a:pPr marL="0" marR="0" lvl="0" indent="0" algn="l" rtl="0">
                        <a:lnSpc>
                          <a:spcPct val="100000"/>
                        </a:lnSpc>
                        <a:spcBef>
                          <a:spcPts val="0"/>
                        </a:spcBef>
                        <a:spcAft>
                          <a:spcPts val="0"/>
                        </a:spcAft>
                        <a:buClr>
                          <a:srgbClr val="000000"/>
                        </a:buClr>
                        <a:buSzPts val="1400"/>
                        <a:buFont typeface="Arial"/>
                        <a:buNone/>
                      </a:pPr>
                      <a:r>
                        <a:rPr lang="en-US" sz="1800" b="1" i="0" u="none" strike="noStrike" cap="none" dirty="0">
                          <a:solidFill>
                            <a:srgbClr val="000000"/>
                          </a:solidFill>
                          <a:effectLst/>
                          <a:latin typeface="Arial"/>
                          <a:ea typeface="Arial"/>
                          <a:cs typeface="Arial"/>
                          <a:sym typeface="Arial"/>
                        </a:rPr>
                        <a:t>Added Security Task</a:t>
                      </a:r>
                      <a:r>
                        <a:rPr lang="en-US" sz="1800" b="0" i="0" u="none" strike="noStrike" cap="none" dirty="0">
                          <a:solidFill>
                            <a:srgbClr val="000000"/>
                          </a:solidFill>
                          <a:effectLst/>
                          <a:latin typeface="Arial"/>
                          <a:ea typeface="Arial"/>
                          <a:cs typeface="Arial"/>
                          <a:sym typeface="Arial"/>
                        </a:rPr>
                        <a:t>: Perform Security Requirements and Threat Analysis to identify potential risks, such as unauthorized access and data leakage. </a:t>
                      </a:r>
                    </a:p>
                    <a:p>
                      <a:pPr marL="0" marR="0" lvl="0" indent="0" algn="l" rtl="0">
                        <a:lnSpc>
                          <a:spcPct val="100000"/>
                        </a:lnSpc>
                        <a:spcBef>
                          <a:spcPts val="0"/>
                        </a:spcBef>
                        <a:spcAft>
                          <a:spcPts val="0"/>
                        </a:spcAft>
                        <a:buClr>
                          <a:srgbClr val="000000"/>
                        </a:buClr>
                        <a:buSzPts val="1400"/>
                        <a:buFont typeface="Arial"/>
                        <a:buNone/>
                      </a:pPr>
                      <a:r>
                        <a:rPr lang="en-US" sz="1800" b="1" i="0" u="none" strike="noStrike" cap="none" dirty="0">
                          <a:solidFill>
                            <a:srgbClr val="000000"/>
                          </a:solidFill>
                          <a:effectLst/>
                          <a:latin typeface="Arial"/>
                          <a:ea typeface="Arial"/>
                          <a:cs typeface="Arial"/>
                          <a:sym typeface="Arial"/>
                        </a:rPr>
                        <a:t>Explanation</a:t>
                      </a:r>
                      <a:r>
                        <a:rPr lang="en-US" sz="1800" b="0" i="0" u="none" strike="noStrike" cap="none" dirty="0">
                          <a:solidFill>
                            <a:srgbClr val="000000"/>
                          </a:solidFill>
                          <a:effectLst/>
                          <a:latin typeface="Arial"/>
                          <a:ea typeface="Arial"/>
                          <a:cs typeface="Arial"/>
                          <a:sym typeface="Arial"/>
                        </a:rPr>
                        <a:t>: At this stage, we define security and compliance goals. This ensures that confidentiality, integrity, and availability are considered before design begins. </a:t>
                      </a:r>
                      <a:endParaRPr sz="1800" u="none" strike="noStrike" cap="none" dirty="0">
                        <a:solidFill>
                          <a:srgbClr val="525C65"/>
                        </a:solidFill>
                        <a:latin typeface="Open Sans"/>
                        <a:ea typeface="Open Sans"/>
                        <a:cs typeface="Open Sans"/>
                        <a:sym typeface="Open Sans"/>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495588">
                <a:tc>
                  <a:txBody>
                    <a:bodyPr/>
                    <a:lstStyle/>
                    <a:p>
                      <a:pPr marL="0" marR="0" lvl="0" indent="0" algn="l" rtl="0">
                        <a:lnSpc>
                          <a:spcPct val="100000"/>
                        </a:lnSpc>
                        <a:spcBef>
                          <a:spcPts val="0"/>
                        </a:spcBef>
                        <a:spcAft>
                          <a:spcPts val="0"/>
                        </a:spcAft>
                        <a:buClr>
                          <a:srgbClr val="000000"/>
                        </a:buClr>
                        <a:buSzPts val="1600"/>
                        <a:buFont typeface="Arial"/>
                        <a:buNone/>
                      </a:pPr>
                      <a:r>
                        <a:rPr lang="en" sz="1600" b="1" u="none" strike="noStrike" cap="none">
                          <a:solidFill>
                            <a:srgbClr val="525C65"/>
                          </a:solidFill>
                          <a:latin typeface="Open Sans"/>
                          <a:ea typeface="Open Sans"/>
                          <a:cs typeface="Open Sans"/>
                          <a:sym typeface="Open Sans"/>
                        </a:rPr>
                        <a:t>Design</a:t>
                      </a:r>
                      <a:endParaRPr sz="1600" b="1" u="none" strike="noStrike" cap="none">
                        <a:solidFill>
                          <a:srgbClr val="525C65"/>
                        </a:solidFill>
                        <a:latin typeface="Open Sans"/>
                        <a:ea typeface="Open Sans"/>
                        <a:cs typeface="Open Sans"/>
                        <a:sym typeface="Open Sans"/>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3091107">
                <a:tc>
                  <a:txBody>
                    <a:bodyPr/>
                    <a:lstStyle/>
                    <a:p>
                      <a:pPr marL="0" marR="0" lvl="0" indent="0" algn="l" rtl="0">
                        <a:lnSpc>
                          <a:spcPct val="100000"/>
                        </a:lnSpc>
                        <a:spcBef>
                          <a:spcPts val="0"/>
                        </a:spcBef>
                        <a:spcAft>
                          <a:spcPts val="0"/>
                        </a:spcAft>
                        <a:buClr>
                          <a:srgbClr val="000000"/>
                        </a:buClr>
                        <a:buSzPts val="1600"/>
                        <a:buFont typeface="Arial"/>
                        <a:buNone/>
                      </a:pPr>
                      <a:r>
                        <a:rPr lang="en-US" sz="1800" b="1" i="0" u="none" strike="noStrike" cap="none" dirty="0">
                          <a:solidFill>
                            <a:srgbClr val="000000"/>
                          </a:solidFill>
                          <a:effectLst/>
                          <a:latin typeface="Arial"/>
                          <a:ea typeface="Arial"/>
                          <a:cs typeface="Arial"/>
                          <a:sym typeface="Arial"/>
                        </a:rPr>
                        <a:t>Tasks</a:t>
                      </a:r>
                      <a:r>
                        <a:rPr lang="en-US" sz="1800" b="0" i="0" u="none" strike="noStrike" cap="none" dirty="0">
                          <a:solidFill>
                            <a:srgbClr val="000000"/>
                          </a:solidFill>
                          <a:effectLst/>
                          <a:latin typeface="Arial"/>
                          <a:ea typeface="Arial"/>
                          <a:cs typeface="Arial"/>
                          <a:sym typeface="Arial"/>
                        </a:rPr>
                        <a:t>: Create a high-level architecture diagram for the application. Design the database schema for tasks. </a:t>
                      </a:r>
                    </a:p>
                    <a:p>
                      <a:pPr marL="0" marR="0" lvl="0" indent="0" algn="l" rtl="0">
                        <a:lnSpc>
                          <a:spcPct val="100000"/>
                        </a:lnSpc>
                        <a:spcBef>
                          <a:spcPts val="0"/>
                        </a:spcBef>
                        <a:spcAft>
                          <a:spcPts val="0"/>
                        </a:spcAft>
                        <a:buClr>
                          <a:srgbClr val="000000"/>
                        </a:buClr>
                        <a:buSzPts val="1600"/>
                        <a:buFont typeface="Arial"/>
                        <a:buNone/>
                      </a:pPr>
                      <a:r>
                        <a:rPr lang="en-US" sz="1800" b="1" i="0" u="none" strike="noStrike" cap="none" dirty="0">
                          <a:solidFill>
                            <a:srgbClr val="000000"/>
                          </a:solidFill>
                          <a:effectLst/>
                          <a:latin typeface="Arial"/>
                          <a:ea typeface="Arial"/>
                          <a:cs typeface="Arial"/>
                          <a:sym typeface="Arial"/>
                        </a:rPr>
                        <a:t>Added Security Task</a:t>
                      </a:r>
                      <a:r>
                        <a:rPr lang="en-US" sz="1800" b="0" i="0" u="none" strike="noStrike" cap="none" dirty="0">
                          <a:solidFill>
                            <a:srgbClr val="000000"/>
                          </a:solidFill>
                          <a:effectLst/>
                          <a:latin typeface="Arial"/>
                          <a:ea typeface="Arial"/>
                          <a:cs typeface="Arial"/>
                          <a:sym typeface="Arial"/>
                        </a:rPr>
                        <a:t>: Review Secure Architecture and Data Flow to ensure encryption and proper access control mechanisms are integrated.</a:t>
                      </a:r>
                    </a:p>
                    <a:p>
                      <a:pPr marL="0" marR="0" lvl="0" indent="0" algn="l" rtl="0">
                        <a:lnSpc>
                          <a:spcPct val="100000"/>
                        </a:lnSpc>
                        <a:spcBef>
                          <a:spcPts val="0"/>
                        </a:spcBef>
                        <a:spcAft>
                          <a:spcPts val="0"/>
                        </a:spcAft>
                        <a:buClr>
                          <a:srgbClr val="000000"/>
                        </a:buClr>
                        <a:buSzPts val="1600"/>
                        <a:buFont typeface="Arial"/>
                        <a:buNone/>
                      </a:pPr>
                      <a:r>
                        <a:rPr lang="en-US" sz="1800" b="0" i="0" u="none" strike="noStrike" cap="none" dirty="0">
                          <a:solidFill>
                            <a:srgbClr val="000000"/>
                          </a:solidFill>
                          <a:effectLst/>
                          <a:latin typeface="Arial"/>
                          <a:ea typeface="Arial"/>
                          <a:cs typeface="Arial"/>
                          <a:sym typeface="Arial"/>
                        </a:rPr>
                        <a:t> </a:t>
                      </a:r>
                      <a:r>
                        <a:rPr lang="en-US" sz="1800" b="1" i="0" u="none" strike="noStrike" cap="none" dirty="0">
                          <a:solidFill>
                            <a:srgbClr val="000000"/>
                          </a:solidFill>
                          <a:effectLst/>
                          <a:latin typeface="Arial"/>
                          <a:ea typeface="Arial"/>
                          <a:cs typeface="Arial"/>
                          <a:sym typeface="Arial"/>
                        </a:rPr>
                        <a:t>Explanation</a:t>
                      </a:r>
                      <a:r>
                        <a:rPr lang="en-US" sz="1800" b="0" i="0" u="none" strike="noStrike" cap="none" dirty="0">
                          <a:solidFill>
                            <a:srgbClr val="000000"/>
                          </a:solidFill>
                          <a:effectLst/>
                          <a:latin typeface="Arial"/>
                          <a:ea typeface="Arial"/>
                          <a:cs typeface="Arial"/>
                          <a:sym typeface="Arial"/>
                        </a:rPr>
                        <a:t>: The design phase focuses on including security principles like least privilege, defense in depth, and secure data storage to strengthen the system’s architecture.</a:t>
                      </a:r>
                      <a:endParaRPr sz="2000" u="none" strike="noStrike" cap="none" dirty="0">
                        <a:solidFill>
                          <a:srgbClr val="525C65"/>
                        </a:solidFill>
                        <a:latin typeface="Open Sans"/>
                        <a:ea typeface="Open Sans"/>
                        <a:cs typeface="Open Sans"/>
                        <a:sym typeface="Open Sans"/>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9"/>
          <p:cNvSpPr txBox="1">
            <a:spLocks noGrp="1"/>
          </p:cNvSpPr>
          <p:nvPr>
            <p:ph type="title"/>
          </p:nvPr>
        </p:nvSpPr>
        <p:spPr>
          <a:xfrm>
            <a:off x="233775" y="791155"/>
            <a:ext cx="6390529" cy="1018091"/>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200"/>
              <a:buFont typeface="Open Sans Light"/>
              <a:buNone/>
            </a:pPr>
            <a:r>
              <a:rPr lang="en" sz="3200" b="0" i="0" u="none" strike="noStrike" cap="none">
                <a:solidFill>
                  <a:srgbClr val="02B3E4"/>
                </a:solidFill>
                <a:latin typeface="Open Sans Light"/>
                <a:ea typeface="Open Sans Light"/>
                <a:cs typeface="Open Sans Light"/>
                <a:sym typeface="Open Sans Light"/>
              </a:rPr>
              <a:t>Transitioning to Secure SDLC</a:t>
            </a:r>
            <a:endParaRPr/>
          </a:p>
        </p:txBody>
      </p:sp>
      <p:graphicFrame>
        <p:nvGraphicFramePr>
          <p:cNvPr id="190" name="Google Shape;190;p9"/>
          <p:cNvGraphicFramePr/>
          <p:nvPr>
            <p:extLst>
              <p:ext uri="{D42A27DB-BD31-4B8C-83A1-F6EECF244321}">
                <p14:modId xmlns:p14="http://schemas.microsoft.com/office/powerpoint/2010/main" val="1898946135"/>
              </p:ext>
            </p:extLst>
          </p:nvPr>
        </p:nvGraphicFramePr>
        <p:xfrm>
          <a:off x="82062" y="1594337"/>
          <a:ext cx="6658707" cy="7658431"/>
        </p:xfrm>
        <a:graphic>
          <a:graphicData uri="http://schemas.openxmlformats.org/drawingml/2006/table">
            <a:tbl>
              <a:tblPr>
                <a:noFill/>
                <a:tableStyleId>{26DBA037-5822-4F53-A53A-243C1EEF8FA9}</a:tableStyleId>
              </a:tblPr>
              <a:tblGrid>
                <a:gridCol w="6658707">
                  <a:extLst>
                    <a:ext uri="{9D8B030D-6E8A-4147-A177-3AD203B41FA5}">
                      <a16:colId xmlns:a16="http://schemas.microsoft.com/office/drawing/2014/main" val="20000"/>
                    </a:ext>
                  </a:extLst>
                </a:gridCol>
              </a:tblGrid>
              <a:tr h="505696">
                <a:tc>
                  <a:txBody>
                    <a:bodyPr/>
                    <a:lstStyle/>
                    <a:p>
                      <a:pPr marL="0" marR="0" lvl="0" indent="0" algn="l" rtl="0">
                        <a:lnSpc>
                          <a:spcPct val="100000"/>
                        </a:lnSpc>
                        <a:spcBef>
                          <a:spcPts val="0"/>
                        </a:spcBef>
                        <a:spcAft>
                          <a:spcPts val="0"/>
                        </a:spcAft>
                        <a:buClr>
                          <a:srgbClr val="000000"/>
                        </a:buClr>
                        <a:buSzPts val="1600"/>
                        <a:buFont typeface="Arial"/>
                        <a:buNone/>
                      </a:pPr>
                      <a:r>
                        <a:rPr lang="en" sz="1600" b="1" u="none" strike="noStrike" cap="none">
                          <a:solidFill>
                            <a:srgbClr val="525C65"/>
                          </a:solidFill>
                          <a:latin typeface="Open Sans"/>
                          <a:ea typeface="Open Sans"/>
                          <a:cs typeface="Open Sans"/>
                          <a:sym typeface="Open Sans"/>
                        </a:rPr>
                        <a:t>Development</a:t>
                      </a:r>
                      <a:endParaRPr sz="1600" b="1" u="none" strike="noStrike" cap="none"/>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3146605">
                <a:tc>
                  <a:txBody>
                    <a:bodyPr/>
                    <a:lstStyle/>
                    <a:p>
                      <a:pPr marL="0" marR="0" lvl="0" indent="0" algn="l" rtl="0">
                        <a:lnSpc>
                          <a:spcPct val="100000"/>
                        </a:lnSpc>
                        <a:spcBef>
                          <a:spcPts val="0"/>
                        </a:spcBef>
                        <a:spcAft>
                          <a:spcPts val="0"/>
                        </a:spcAft>
                        <a:buClr>
                          <a:srgbClr val="000000"/>
                        </a:buClr>
                        <a:buSzPts val="1400"/>
                        <a:buFont typeface="Arial"/>
                        <a:buNone/>
                      </a:pPr>
                      <a:r>
                        <a:rPr lang="en-US" sz="1800" b="1" i="0" u="none" strike="noStrike" cap="none" dirty="0">
                          <a:solidFill>
                            <a:srgbClr val="000000"/>
                          </a:solidFill>
                          <a:effectLst/>
                          <a:latin typeface="Arial"/>
                          <a:ea typeface="Arial"/>
                          <a:cs typeface="Arial"/>
                          <a:sym typeface="Arial"/>
                        </a:rPr>
                        <a:t>Tasks: </a:t>
                      </a:r>
                      <a:r>
                        <a:rPr lang="en-US" sz="1800" b="0" i="0" u="none" strike="noStrike" cap="none" dirty="0">
                          <a:solidFill>
                            <a:srgbClr val="000000"/>
                          </a:solidFill>
                          <a:effectLst/>
                          <a:latin typeface="Arial"/>
                          <a:ea typeface="Arial"/>
                          <a:cs typeface="Arial"/>
                          <a:sym typeface="Arial"/>
                        </a:rPr>
                        <a:t>Code the user interface using HTML and CSS. Implement interactive elements using JavaScript. Set up a Flask application to handle API requests. Implement CRUD operations for tasks. </a:t>
                      </a:r>
                    </a:p>
                    <a:p>
                      <a:pPr marL="0" marR="0" lvl="0" indent="0" algn="l" rtl="0">
                        <a:lnSpc>
                          <a:spcPct val="100000"/>
                        </a:lnSpc>
                        <a:spcBef>
                          <a:spcPts val="0"/>
                        </a:spcBef>
                        <a:spcAft>
                          <a:spcPts val="0"/>
                        </a:spcAft>
                        <a:buClr>
                          <a:srgbClr val="000000"/>
                        </a:buClr>
                        <a:buSzPts val="1400"/>
                        <a:buFont typeface="Arial"/>
                        <a:buNone/>
                      </a:pPr>
                      <a:r>
                        <a:rPr lang="en-US" sz="1800" b="1" i="0" u="none" strike="noStrike" cap="none" dirty="0">
                          <a:solidFill>
                            <a:srgbClr val="000000"/>
                          </a:solidFill>
                          <a:effectLst/>
                          <a:latin typeface="Arial"/>
                          <a:ea typeface="Arial"/>
                          <a:cs typeface="Arial"/>
                          <a:sym typeface="Arial"/>
                        </a:rPr>
                        <a:t>Added Security Task: </a:t>
                      </a:r>
                      <a:r>
                        <a:rPr lang="en-US" sz="1800" b="0" i="0" u="none" strike="noStrike" cap="none" dirty="0">
                          <a:solidFill>
                            <a:srgbClr val="000000"/>
                          </a:solidFill>
                          <a:effectLst/>
                          <a:latin typeface="Arial"/>
                          <a:ea typeface="Arial"/>
                          <a:cs typeface="Arial"/>
                          <a:sym typeface="Arial"/>
                        </a:rPr>
                        <a:t>Use Secure Coding Practices and perform Static Code Analysis to identify and fix vulnerabilities early. </a:t>
                      </a:r>
                    </a:p>
                    <a:p>
                      <a:pPr marL="0" marR="0" lvl="0" indent="0" algn="l" rtl="0">
                        <a:lnSpc>
                          <a:spcPct val="100000"/>
                        </a:lnSpc>
                        <a:spcBef>
                          <a:spcPts val="0"/>
                        </a:spcBef>
                        <a:spcAft>
                          <a:spcPts val="0"/>
                        </a:spcAft>
                        <a:buClr>
                          <a:srgbClr val="000000"/>
                        </a:buClr>
                        <a:buSzPts val="1400"/>
                        <a:buFont typeface="Arial"/>
                        <a:buNone/>
                      </a:pPr>
                      <a:r>
                        <a:rPr lang="en-US" sz="1800" b="1" i="0" u="none" strike="noStrike" cap="none" dirty="0">
                          <a:solidFill>
                            <a:srgbClr val="000000"/>
                          </a:solidFill>
                          <a:effectLst/>
                          <a:latin typeface="Arial"/>
                          <a:ea typeface="Arial"/>
                          <a:cs typeface="Arial"/>
                          <a:sym typeface="Arial"/>
                        </a:rPr>
                        <a:t>Explanation</a:t>
                      </a:r>
                      <a:r>
                        <a:rPr lang="en-US" sz="1800" b="0" i="0" u="none" strike="noStrike" cap="none" dirty="0">
                          <a:solidFill>
                            <a:srgbClr val="000000"/>
                          </a:solidFill>
                          <a:effectLst/>
                          <a:latin typeface="Arial"/>
                          <a:ea typeface="Arial"/>
                          <a:cs typeface="Arial"/>
                          <a:sym typeface="Arial"/>
                        </a:rPr>
                        <a:t>: Secure development ensures that code follows OWASP Top 10 principles. This reduces risks such as SQL injection, XSS, or authentication bypass.</a:t>
                      </a:r>
                      <a:endParaRPr sz="1800" u="none" strike="noStrike" cap="none" dirty="0">
                        <a:solidFill>
                          <a:srgbClr val="525C65"/>
                        </a:solidFill>
                        <a:latin typeface="Open Sans"/>
                        <a:ea typeface="Open Sans"/>
                        <a:cs typeface="Open Sans"/>
                        <a:sym typeface="Open Sans"/>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505696">
                <a:tc>
                  <a:txBody>
                    <a:bodyPr/>
                    <a:lstStyle/>
                    <a:p>
                      <a:pPr marL="0" marR="0" lvl="0" indent="0" algn="l" rtl="0">
                        <a:lnSpc>
                          <a:spcPct val="100000"/>
                        </a:lnSpc>
                        <a:spcBef>
                          <a:spcPts val="0"/>
                        </a:spcBef>
                        <a:spcAft>
                          <a:spcPts val="0"/>
                        </a:spcAft>
                        <a:buClr>
                          <a:srgbClr val="000000"/>
                        </a:buClr>
                        <a:buSzPts val="1600"/>
                        <a:buFont typeface="Arial"/>
                        <a:buNone/>
                      </a:pPr>
                      <a:r>
                        <a:rPr lang="en" sz="1600" b="1" u="none" strike="noStrike" cap="none">
                          <a:solidFill>
                            <a:srgbClr val="525C65"/>
                          </a:solidFill>
                          <a:latin typeface="Open Sans"/>
                          <a:ea typeface="Open Sans"/>
                          <a:cs typeface="Open Sans"/>
                          <a:sym typeface="Open Sans"/>
                        </a:rPr>
                        <a:t>Testing</a:t>
                      </a:r>
                      <a:endParaRPr sz="1600" b="1" u="none" strike="noStrike" cap="none">
                        <a:solidFill>
                          <a:srgbClr val="525C65"/>
                        </a:solidFill>
                        <a:latin typeface="Open Sans"/>
                        <a:ea typeface="Open Sans"/>
                        <a:cs typeface="Open Sans"/>
                        <a:sym typeface="Open Sans"/>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3145481">
                <a:tc>
                  <a:txBody>
                    <a:bodyPr/>
                    <a:lstStyle/>
                    <a:p>
                      <a:pPr marL="0" marR="0" lvl="0" indent="0" algn="l" rtl="0">
                        <a:lnSpc>
                          <a:spcPct val="115000"/>
                        </a:lnSpc>
                        <a:spcBef>
                          <a:spcPts val="1500"/>
                        </a:spcBef>
                        <a:spcAft>
                          <a:spcPts val="0"/>
                        </a:spcAft>
                        <a:buClr>
                          <a:srgbClr val="000000"/>
                        </a:buClr>
                        <a:buSzPts val="1400"/>
                        <a:buFont typeface="Arial"/>
                        <a:buNone/>
                      </a:pPr>
                      <a:r>
                        <a:rPr lang="en-US" sz="1800" b="1" i="0" u="none" strike="noStrike" cap="none" dirty="0">
                          <a:solidFill>
                            <a:srgbClr val="000000"/>
                          </a:solidFill>
                          <a:effectLst/>
                          <a:latin typeface="Arial"/>
                          <a:ea typeface="Arial"/>
                          <a:cs typeface="Arial"/>
                          <a:sym typeface="Arial"/>
                        </a:rPr>
                        <a:t>Tasks: </a:t>
                      </a:r>
                      <a:r>
                        <a:rPr lang="en-US" sz="1800" b="0" i="0" u="none" strike="noStrike" cap="none" dirty="0">
                          <a:solidFill>
                            <a:srgbClr val="000000"/>
                          </a:solidFill>
                          <a:effectLst/>
                          <a:latin typeface="Arial"/>
                          <a:ea typeface="Arial"/>
                          <a:cs typeface="Arial"/>
                          <a:sym typeface="Arial"/>
                        </a:rPr>
                        <a:t>Write and execute functional test cases. Conduct browser compatibility testing. </a:t>
                      </a:r>
                    </a:p>
                    <a:p>
                      <a:pPr marL="0" marR="0" lvl="0" indent="0" algn="l" rtl="0">
                        <a:lnSpc>
                          <a:spcPct val="115000"/>
                        </a:lnSpc>
                        <a:spcBef>
                          <a:spcPts val="1500"/>
                        </a:spcBef>
                        <a:spcAft>
                          <a:spcPts val="0"/>
                        </a:spcAft>
                        <a:buClr>
                          <a:srgbClr val="000000"/>
                        </a:buClr>
                        <a:buSzPts val="1400"/>
                        <a:buFont typeface="Arial"/>
                        <a:buNone/>
                      </a:pPr>
                      <a:r>
                        <a:rPr lang="en-US" sz="1800" b="1" i="0" u="none" strike="noStrike" cap="none" dirty="0">
                          <a:solidFill>
                            <a:srgbClr val="000000"/>
                          </a:solidFill>
                          <a:effectLst/>
                          <a:latin typeface="Arial"/>
                          <a:ea typeface="Arial"/>
                          <a:cs typeface="Arial"/>
                          <a:sym typeface="Arial"/>
                        </a:rPr>
                        <a:t>Added Security Task</a:t>
                      </a:r>
                      <a:r>
                        <a:rPr lang="en-US" sz="1800" b="0" i="0" u="none" strike="noStrike" cap="none" dirty="0">
                          <a:solidFill>
                            <a:srgbClr val="000000"/>
                          </a:solidFill>
                          <a:effectLst/>
                          <a:latin typeface="Arial"/>
                          <a:ea typeface="Arial"/>
                          <a:cs typeface="Arial"/>
                          <a:sym typeface="Arial"/>
                        </a:rPr>
                        <a:t>: Conduct Penetration Testing and Vulnerability Scanning to find weaknesses in authentication, API endpoints, and session handling. </a:t>
                      </a:r>
                    </a:p>
                    <a:p>
                      <a:pPr marL="0" marR="0" lvl="0" indent="0" algn="l" rtl="0">
                        <a:lnSpc>
                          <a:spcPct val="115000"/>
                        </a:lnSpc>
                        <a:spcBef>
                          <a:spcPts val="1500"/>
                        </a:spcBef>
                        <a:spcAft>
                          <a:spcPts val="0"/>
                        </a:spcAft>
                        <a:buClr>
                          <a:srgbClr val="000000"/>
                        </a:buClr>
                        <a:buSzPts val="1400"/>
                        <a:buFont typeface="Arial"/>
                        <a:buNone/>
                      </a:pPr>
                      <a:r>
                        <a:rPr lang="en-US" sz="1800" b="1" i="0" u="none" strike="noStrike" cap="none" dirty="0">
                          <a:solidFill>
                            <a:srgbClr val="000000"/>
                          </a:solidFill>
                          <a:effectLst/>
                          <a:latin typeface="Arial"/>
                          <a:ea typeface="Arial"/>
                          <a:cs typeface="Arial"/>
                          <a:sym typeface="Arial"/>
                        </a:rPr>
                        <a:t>Explanation: </a:t>
                      </a:r>
                      <a:r>
                        <a:rPr lang="en-US" sz="1800" b="0" i="0" u="none" strike="noStrike" cap="none" dirty="0">
                          <a:solidFill>
                            <a:srgbClr val="000000"/>
                          </a:solidFill>
                          <a:effectLst/>
                          <a:latin typeface="Arial"/>
                          <a:ea typeface="Arial"/>
                          <a:cs typeface="Arial"/>
                          <a:sym typeface="Arial"/>
                        </a:rPr>
                        <a:t>Testing now includes both functional and security validation. This makes sure the platform resists common attacks before deployment.</a:t>
                      </a:r>
                      <a:endParaRPr sz="1800" u="none" strike="noStrike" cap="none" dirty="0">
                        <a:solidFill>
                          <a:srgbClr val="525C65"/>
                        </a:solidFill>
                        <a:latin typeface="Open Sans"/>
                        <a:ea typeface="Open Sans"/>
                        <a:cs typeface="Open Sans"/>
                        <a:sym typeface="Open Sans"/>
                      </a:endParaRPr>
                    </a:p>
                    <a:p>
                      <a:pPr marL="0" marR="0" lvl="0" indent="0" algn="l" rtl="0">
                        <a:lnSpc>
                          <a:spcPct val="100000"/>
                        </a:lnSpc>
                        <a:spcBef>
                          <a:spcPts val="1500"/>
                        </a:spcBef>
                        <a:spcAft>
                          <a:spcPts val="0"/>
                        </a:spcAft>
                        <a:buClr>
                          <a:srgbClr val="000000"/>
                        </a:buClr>
                        <a:buSzPts val="1600"/>
                        <a:buFont typeface="Arial"/>
                        <a:buNone/>
                      </a:pPr>
                      <a:endParaRPr sz="1600" u="none" strike="noStrike" cap="none" dirty="0">
                        <a:solidFill>
                          <a:srgbClr val="525C65"/>
                        </a:solidFill>
                        <a:latin typeface="Open Sans"/>
                        <a:ea typeface="Open Sans"/>
                        <a:cs typeface="Open Sans"/>
                        <a:sym typeface="Open Sans"/>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10"/>
          <p:cNvSpPr txBox="1">
            <a:spLocks noGrp="1"/>
          </p:cNvSpPr>
          <p:nvPr>
            <p:ph type="title"/>
          </p:nvPr>
        </p:nvSpPr>
        <p:spPr>
          <a:xfrm>
            <a:off x="233775" y="791155"/>
            <a:ext cx="6390529" cy="1018091"/>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200"/>
              <a:buFont typeface="Open Sans Light"/>
              <a:buNone/>
            </a:pPr>
            <a:r>
              <a:rPr lang="en" sz="3200" b="0" i="0" u="none" strike="noStrike" cap="none">
                <a:solidFill>
                  <a:srgbClr val="02B3E4"/>
                </a:solidFill>
                <a:latin typeface="Open Sans Light"/>
                <a:ea typeface="Open Sans Light"/>
                <a:cs typeface="Open Sans Light"/>
                <a:sym typeface="Open Sans Light"/>
              </a:rPr>
              <a:t>Transitioning to Secure SDLC</a:t>
            </a:r>
            <a:endParaRPr/>
          </a:p>
        </p:txBody>
      </p:sp>
      <p:graphicFrame>
        <p:nvGraphicFramePr>
          <p:cNvPr id="196" name="Google Shape;196;p10"/>
          <p:cNvGraphicFramePr/>
          <p:nvPr>
            <p:extLst>
              <p:ext uri="{D42A27DB-BD31-4B8C-83A1-F6EECF244321}">
                <p14:modId xmlns:p14="http://schemas.microsoft.com/office/powerpoint/2010/main" val="2859893206"/>
              </p:ext>
            </p:extLst>
          </p:nvPr>
        </p:nvGraphicFramePr>
        <p:xfrm>
          <a:off x="128954" y="1606061"/>
          <a:ext cx="6495271" cy="7397261"/>
        </p:xfrm>
        <a:graphic>
          <a:graphicData uri="http://schemas.openxmlformats.org/drawingml/2006/table">
            <a:tbl>
              <a:tblPr>
                <a:noFill/>
                <a:tableStyleId>{26DBA037-5822-4F53-A53A-243C1EEF8FA9}</a:tableStyleId>
              </a:tblPr>
              <a:tblGrid>
                <a:gridCol w="6495271">
                  <a:extLst>
                    <a:ext uri="{9D8B030D-6E8A-4147-A177-3AD203B41FA5}">
                      <a16:colId xmlns:a16="http://schemas.microsoft.com/office/drawing/2014/main" val="20000"/>
                    </a:ext>
                  </a:extLst>
                </a:gridCol>
              </a:tblGrid>
              <a:tr h="517737">
                <a:tc>
                  <a:txBody>
                    <a:bodyPr/>
                    <a:lstStyle/>
                    <a:p>
                      <a:pPr marL="0" marR="0" lvl="0" indent="0" algn="l" rtl="0">
                        <a:lnSpc>
                          <a:spcPct val="100000"/>
                        </a:lnSpc>
                        <a:spcBef>
                          <a:spcPts val="0"/>
                        </a:spcBef>
                        <a:spcAft>
                          <a:spcPts val="0"/>
                        </a:spcAft>
                        <a:buClr>
                          <a:schemeClr val="dk1"/>
                        </a:buClr>
                        <a:buSzPts val="1100"/>
                        <a:buFont typeface="Arial"/>
                        <a:buNone/>
                      </a:pPr>
                      <a:r>
                        <a:rPr lang="en" sz="1600" b="1" u="none" strike="noStrike" cap="none">
                          <a:solidFill>
                            <a:srgbClr val="525C65"/>
                          </a:solidFill>
                          <a:latin typeface="Open Sans"/>
                          <a:ea typeface="Open Sans"/>
                          <a:cs typeface="Open Sans"/>
                          <a:sym typeface="Open Sans"/>
                        </a:rPr>
                        <a:t>Deployment</a:t>
                      </a:r>
                      <a:endParaRPr sz="1600" b="1" u="none" strike="noStrike" cap="none"/>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3181468">
                <a:tc>
                  <a:txBody>
                    <a:bodyPr/>
                    <a:lstStyle/>
                    <a:p>
                      <a:pPr marL="0" marR="0" lvl="0" indent="0" algn="l" rtl="0">
                        <a:lnSpc>
                          <a:spcPct val="100000"/>
                        </a:lnSpc>
                        <a:spcBef>
                          <a:spcPts val="0"/>
                        </a:spcBef>
                        <a:spcAft>
                          <a:spcPts val="0"/>
                        </a:spcAft>
                        <a:buClr>
                          <a:srgbClr val="000000"/>
                        </a:buClr>
                        <a:buSzPts val="1400"/>
                        <a:buFont typeface="Arial"/>
                        <a:buNone/>
                      </a:pPr>
                      <a:r>
                        <a:rPr lang="en-US" sz="2000" b="1" i="0" u="none" strike="noStrike" cap="none" dirty="0">
                          <a:solidFill>
                            <a:srgbClr val="000000"/>
                          </a:solidFill>
                          <a:effectLst/>
                          <a:latin typeface="Arial"/>
                          <a:ea typeface="Arial"/>
                          <a:cs typeface="Arial"/>
                          <a:sym typeface="Arial"/>
                        </a:rPr>
                        <a:t>Tasks: </a:t>
                      </a:r>
                      <a:r>
                        <a:rPr lang="en-US" sz="2000" b="0" i="0" u="none" strike="noStrike" cap="none" dirty="0">
                          <a:solidFill>
                            <a:srgbClr val="000000"/>
                          </a:solidFill>
                          <a:effectLst/>
                          <a:latin typeface="Arial"/>
                          <a:ea typeface="Arial"/>
                          <a:cs typeface="Arial"/>
                          <a:sym typeface="Arial"/>
                        </a:rPr>
                        <a:t>Deploy the application to Heroku. Perform smoke testing on the deployed application. </a:t>
                      </a:r>
                    </a:p>
                    <a:p>
                      <a:pPr marL="0" marR="0" lvl="0" indent="0" algn="l" rtl="0">
                        <a:lnSpc>
                          <a:spcPct val="100000"/>
                        </a:lnSpc>
                        <a:spcBef>
                          <a:spcPts val="0"/>
                        </a:spcBef>
                        <a:spcAft>
                          <a:spcPts val="0"/>
                        </a:spcAft>
                        <a:buClr>
                          <a:srgbClr val="000000"/>
                        </a:buClr>
                        <a:buSzPts val="1400"/>
                        <a:buFont typeface="Arial"/>
                        <a:buNone/>
                      </a:pPr>
                      <a:r>
                        <a:rPr lang="en-US" sz="2000" b="1" i="0" u="none" strike="noStrike" cap="none" dirty="0">
                          <a:solidFill>
                            <a:srgbClr val="000000"/>
                          </a:solidFill>
                          <a:effectLst/>
                          <a:latin typeface="Arial"/>
                          <a:ea typeface="Arial"/>
                          <a:cs typeface="Arial"/>
                          <a:sym typeface="Arial"/>
                        </a:rPr>
                        <a:t>Added Security Task: </a:t>
                      </a:r>
                      <a:r>
                        <a:rPr lang="en-US" sz="2000" b="0" i="0" u="none" strike="noStrike" cap="none" dirty="0">
                          <a:solidFill>
                            <a:srgbClr val="000000"/>
                          </a:solidFill>
                          <a:effectLst/>
                          <a:latin typeface="Arial"/>
                          <a:ea typeface="Arial"/>
                          <a:cs typeface="Arial"/>
                          <a:sym typeface="Arial"/>
                        </a:rPr>
                        <a:t>Implement a Secure Deployment Configuration, including HTTPS enforcement and protection of environment secrets. </a:t>
                      </a:r>
                    </a:p>
                    <a:p>
                      <a:pPr marL="0" marR="0" lvl="0" indent="0" algn="l" rtl="0">
                        <a:lnSpc>
                          <a:spcPct val="100000"/>
                        </a:lnSpc>
                        <a:spcBef>
                          <a:spcPts val="0"/>
                        </a:spcBef>
                        <a:spcAft>
                          <a:spcPts val="0"/>
                        </a:spcAft>
                        <a:buClr>
                          <a:srgbClr val="000000"/>
                        </a:buClr>
                        <a:buSzPts val="1400"/>
                        <a:buFont typeface="Arial"/>
                        <a:buNone/>
                      </a:pPr>
                      <a:r>
                        <a:rPr lang="en-US" sz="2000" b="1" i="0" u="none" strike="noStrike" cap="none" dirty="0">
                          <a:solidFill>
                            <a:srgbClr val="000000"/>
                          </a:solidFill>
                          <a:effectLst/>
                          <a:latin typeface="Arial"/>
                          <a:ea typeface="Arial"/>
                          <a:cs typeface="Arial"/>
                          <a:sym typeface="Arial"/>
                        </a:rPr>
                        <a:t>Explanation: </a:t>
                      </a:r>
                      <a:r>
                        <a:rPr lang="en-US" sz="2000" b="0" i="0" u="none" strike="noStrike" cap="none" dirty="0">
                          <a:solidFill>
                            <a:srgbClr val="000000"/>
                          </a:solidFill>
                          <a:effectLst/>
                          <a:latin typeface="Arial"/>
                          <a:ea typeface="Arial"/>
                          <a:cs typeface="Arial"/>
                          <a:sym typeface="Arial"/>
                        </a:rPr>
                        <a:t>Deployments must follow hardened configurations. This ensures the production environment adheres to the principle of least privilege and uses encrypted communications. </a:t>
                      </a:r>
                      <a:br>
                        <a:rPr lang="en-US" sz="1800" dirty="0"/>
                      </a:br>
                      <a:endParaRPr sz="1800" u="none" strike="noStrike" cap="none" dirty="0">
                        <a:solidFill>
                          <a:srgbClr val="525C65"/>
                        </a:solidFill>
                        <a:latin typeface="Open Sans"/>
                        <a:ea typeface="Open Sans"/>
                        <a:cs typeface="Open Sans"/>
                        <a:sym typeface="Open Sans"/>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517737">
                <a:tc>
                  <a:txBody>
                    <a:bodyPr/>
                    <a:lstStyle/>
                    <a:p>
                      <a:pPr marL="0" marR="0" lvl="0" indent="0" algn="l" rtl="0">
                        <a:lnSpc>
                          <a:spcPct val="100000"/>
                        </a:lnSpc>
                        <a:spcBef>
                          <a:spcPts val="0"/>
                        </a:spcBef>
                        <a:spcAft>
                          <a:spcPts val="0"/>
                        </a:spcAft>
                        <a:buClr>
                          <a:srgbClr val="000000"/>
                        </a:buClr>
                        <a:buSzPts val="1600"/>
                        <a:buFont typeface="Arial"/>
                        <a:buNone/>
                      </a:pPr>
                      <a:r>
                        <a:rPr lang="en" sz="1600" b="1" u="none" strike="noStrike" cap="none" dirty="0">
                          <a:solidFill>
                            <a:srgbClr val="525C65"/>
                          </a:solidFill>
                          <a:latin typeface="Open Sans"/>
                          <a:ea typeface="Open Sans"/>
                          <a:cs typeface="Open Sans"/>
                          <a:sym typeface="Open Sans"/>
                        </a:rPr>
                        <a:t>Maintenance</a:t>
                      </a:r>
                      <a:endParaRPr sz="1600" b="1" u="none" strike="noStrike" cap="none" dirty="0">
                        <a:solidFill>
                          <a:srgbClr val="525C65"/>
                        </a:solidFill>
                        <a:latin typeface="Open Sans"/>
                        <a:ea typeface="Open Sans"/>
                        <a:cs typeface="Open Sans"/>
                        <a:sym typeface="Open Sans"/>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3180319">
                <a:tc>
                  <a:txBody>
                    <a:bodyPr/>
                    <a:lstStyle/>
                    <a:p>
                      <a:pPr marL="0" marR="0" lvl="0" indent="0" algn="l" rtl="0">
                        <a:lnSpc>
                          <a:spcPct val="100000"/>
                        </a:lnSpc>
                        <a:spcBef>
                          <a:spcPts val="0"/>
                        </a:spcBef>
                        <a:spcAft>
                          <a:spcPts val="0"/>
                        </a:spcAft>
                        <a:buClr>
                          <a:srgbClr val="000000"/>
                        </a:buClr>
                        <a:buSzPts val="1100"/>
                        <a:buFont typeface="Arial"/>
                        <a:buNone/>
                      </a:pPr>
                      <a:r>
                        <a:rPr lang="en-US" sz="2000" b="1" i="0" u="none" strike="noStrike" cap="none" dirty="0">
                          <a:solidFill>
                            <a:srgbClr val="000000"/>
                          </a:solidFill>
                          <a:effectLst/>
                          <a:latin typeface="Arial"/>
                          <a:ea typeface="Arial"/>
                          <a:cs typeface="Arial"/>
                          <a:sym typeface="Arial"/>
                        </a:rPr>
                        <a:t>Tasks: </a:t>
                      </a:r>
                      <a:r>
                        <a:rPr lang="en-US" sz="2000" b="0" i="0" u="none" strike="noStrike" cap="none" dirty="0">
                          <a:solidFill>
                            <a:srgbClr val="000000"/>
                          </a:solidFill>
                          <a:effectLst/>
                          <a:latin typeface="Arial"/>
                          <a:ea typeface="Arial"/>
                          <a:cs typeface="Arial"/>
                          <a:sym typeface="Arial"/>
                        </a:rPr>
                        <a:t>Monitor application logs and fix reported issues. Gather user feedback for future feature additions</a:t>
                      </a:r>
                      <a:r>
                        <a:rPr lang="en-US" sz="2000" b="1" i="0" u="none" strike="noStrike" cap="none" dirty="0">
                          <a:solidFill>
                            <a:srgbClr val="000000"/>
                          </a:solidFill>
                          <a:effectLst/>
                          <a:latin typeface="Arial"/>
                          <a:ea typeface="Arial"/>
                          <a:cs typeface="Arial"/>
                          <a:sym typeface="Arial"/>
                        </a:rPr>
                        <a:t>. </a:t>
                      </a:r>
                    </a:p>
                    <a:p>
                      <a:pPr marL="0" marR="0" lvl="0" indent="0" algn="l" rtl="0">
                        <a:lnSpc>
                          <a:spcPct val="100000"/>
                        </a:lnSpc>
                        <a:spcBef>
                          <a:spcPts val="0"/>
                        </a:spcBef>
                        <a:spcAft>
                          <a:spcPts val="0"/>
                        </a:spcAft>
                        <a:buClr>
                          <a:srgbClr val="000000"/>
                        </a:buClr>
                        <a:buSzPts val="1100"/>
                        <a:buFont typeface="Arial"/>
                        <a:buNone/>
                      </a:pPr>
                      <a:r>
                        <a:rPr lang="en-US" sz="2000" b="1" i="0" u="none" strike="noStrike" cap="none" dirty="0">
                          <a:solidFill>
                            <a:srgbClr val="000000"/>
                          </a:solidFill>
                          <a:effectLst/>
                          <a:latin typeface="Arial"/>
                          <a:ea typeface="Arial"/>
                          <a:cs typeface="Arial"/>
                          <a:sym typeface="Arial"/>
                        </a:rPr>
                        <a:t>Added Security Task: </a:t>
                      </a:r>
                      <a:r>
                        <a:rPr lang="en-US" sz="2000" b="0" i="0" u="none" strike="noStrike" cap="none" dirty="0">
                          <a:solidFill>
                            <a:srgbClr val="000000"/>
                          </a:solidFill>
                          <a:effectLst/>
                          <a:latin typeface="Arial"/>
                          <a:ea typeface="Arial"/>
                          <a:cs typeface="Arial"/>
                          <a:sym typeface="Arial"/>
                        </a:rPr>
                        <a:t>Establish Continuous Security Monitoring and Patch Management to track vulnerabilities and apply updates promptly. </a:t>
                      </a:r>
                    </a:p>
                    <a:p>
                      <a:pPr marL="0" marR="0" lvl="0" indent="0" algn="l" rtl="0">
                        <a:lnSpc>
                          <a:spcPct val="100000"/>
                        </a:lnSpc>
                        <a:spcBef>
                          <a:spcPts val="0"/>
                        </a:spcBef>
                        <a:spcAft>
                          <a:spcPts val="0"/>
                        </a:spcAft>
                        <a:buClr>
                          <a:srgbClr val="000000"/>
                        </a:buClr>
                        <a:buSzPts val="1100"/>
                        <a:buFont typeface="Arial"/>
                        <a:buNone/>
                      </a:pPr>
                      <a:r>
                        <a:rPr lang="en-US" sz="2000" b="1" i="0" u="none" strike="noStrike" cap="none" dirty="0">
                          <a:solidFill>
                            <a:srgbClr val="000000"/>
                          </a:solidFill>
                          <a:effectLst/>
                          <a:latin typeface="Arial"/>
                          <a:ea typeface="Arial"/>
                          <a:cs typeface="Arial"/>
                          <a:sym typeface="Arial"/>
                        </a:rPr>
                        <a:t>Explanation:</a:t>
                      </a:r>
                      <a:r>
                        <a:rPr lang="en-US" sz="2000" b="0" i="0" u="none" strike="noStrike" cap="none" dirty="0">
                          <a:solidFill>
                            <a:srgbClr val="000000"/>
                          </a:solidFill>
                          <a:effectLst/>
                          <a:latin typeface="Arial"/>
                          <a:ea typeface="Arial"/>
                          <a:cs typeface="Arial"/>
                          <a:sym typeface="Arial"/>
                        </a:rPr>
                        <a:t> Ongoing maintenance ensures that new vulnerabilities are quickly addressed and the platform stays secure against emerging threats.</a:t>
                      </a:r>
                      <a:endParaRPr sz="2000" u="none" strike="noStrike" cap="none" dirty="0">
                        <a:solidFill>
                          <a:srgbClr val="525C65"/>
                        </a:solidFill>
                        <a:latin typeface="Open Sans"/>
                        <a:ea typeface="Open Sans"/>
                        <a:cs typeface="Open Sans"/>
                        <a:sym typeface="Open Sans"/>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12"/>
          <p:cNvSpPr txBox="1">
            <a:spLocks noGrp="1"/>
          </p:cNvSpPr>
          <p:nvPr>
            <p:ph type="title"/>
          </p:nvPr>
        </p:nvSpPr>
        <p:spPr>
          <a:xfrm>
            <a:off x="233775" y="791155"/>
            <a:ext cx="6390529" cy="1018091"/>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200"/>
              <a:buFont typeface="Open Sans Light"/>
              <a:buNone/>
            </a:pPr>
            <a:r>
              <a:rPr lang="en" sz="2824" b="0" i="0" u="none" strike="noStrike" cap="none">
                <a:solidFill>
                  <a:srgbClr val="02B3E4"/>
                </a:solidFill>
                <a:latin typeface="Open Sans Light"/>
                <a:ea typeface="Open Sans Light"/>
                <a:cs typeface="Open Sans Light"/>
                <a:sym typeface="Open Sans Light"/>
              </a:rPr>
              <a:t>Advocating for Secure SDLC</a:t>
            </a:r>
            <a:endParaRPr/>
          </a:p>
        </p:txBody>
      </p:sp>
      <p:graphicFrame>
        <p:nvGraphicFramePr>
          <p:cNvPr id="208" name="Google Shape;208;p12"/>
          <p:cNvGraphicFramePr/>
          <p:nvPr>
            <p:extLst>
              <p:ext uri="{D42A27DB-BD31-4B8C-83A1-F6EECF244321}">
                <p14:modId xmlns:p14="http://schemas.microsoft.com/office/powerpoint/2010/main" val="3990769281"/>
              </p:ext>
            </p:extLst>
          </p:nvPr>
        </p:nvGraphicFramePr>
        <p:xfrm>
          <a:off x="233736" y="1676400"/>
          <a:ext cx="6390489" cy="7389283"/>
        </p:xfrm>
        <a:graphic>
          <a:graphicData uri="http://schemas.openxmlformats.org/drawingml/2006/table">
            <a:tbl>
              <a:tblPr>
                <a:noFill/>
                <a:tableStyleId>{26DBA037-5822-4F53-A53A-243C1EEF8FA9}</a:tableStyleId>
              </a:tblPr>
              <a:tblGrid>
                <a:gridCol w="6390489">
                  <a:extLst>
                    <a:ext uri="{9D8B030D-6E8A-4147-A177-3AD203B41FA5}">
                      <a16:colId xmlns:a16="http://schemas.microsoft.com/office/drawing/2014/main" val="20000"/>
                    </a:ext>
                  </a:extLst>
                </a:gridCol>
              </a:tblGrid>
              <a:tr h="583154">
                <a:tc>
                  <a:txBody>
                    <a:bodyPr/>
                    <a:lstStyle/>
                    <a:p>
                      <a:pPr marL="0" marR="0" lvl="0" indent="0" algn="l" rtl="0">
                        <a:lnSpc>
                          <a:spcPct val="115000"/>
                        </a:lnSpc>
                        <a:spcBef>
                          <a:spcPts val="0"/>
                        </a:spcBef>
                        <a:spcAft>
                          <a:spcPts val="0"/>
                        </a:spcAft>
                        <a:buClr>
                          <a:srgbClr val="000000"/>
                        </a:buClr>
                        <a:buSzPts val="1600"/>
                        <a:buFont typeface="Arial"/>
                        <a:buNone/>
                      </a:pPr>
                      <a:r>
                        <a:rPr lang="en" sz="1800" b="1" u="none" strike="noStrike" cap="none" dirty="0">
                          <a:solidFill>
                            <a:srgbClr val="525C65"/>
                          </a:solidFill>
                          <a:latin typeface="Open Sans"/>
                          <a:ea typeface="Open Sans"/>
                          <a:cs typeface="Open Sans"/>
                          <a:sym typeface="Open Sans"/>
                        </a:rPr>
                        <a:t>1. </a:t>
                      </a:r>
                      <a:r>
                        <a:rPr lang="en-IN" sz="1800" b="1" dirty="0"/>
                        <a:t>Early Detection of Vulnerabilities</a:t>
                      </a:r>
                      <a:endParaRPr sz="1800" b="1" u="none" strike="noStrike" cap="none" dirty="0">
                        <a:solidFill>
                          <a:srgbClr val="525C65"/>
                        </a:solidFill>
                        <a:latin typeface="Open Sans"/>
                        <a:ea typeface="Open Sans"/>
                        <a:cs typeface="Open Sans"/>
                        <a:sym typeface="Open Sans"/>
                      </a:endParaRPr>
                    </a:p>
                  </a:txBody>
                  <a:tcPr marL="80675" marR="80675" marT="80675" marB="80675"/>
                </a:tc>
                <a:extLst>
                  <a:ext uri="{0D108BD9-81ED-4DB2-BD59-A6C34878D82A}">
                    <a16:rowId xmlns:a16="http://schemas.microsoft.com/office/drawing/2014/main" val="10000"/>
                  </a:ext>
                </a:extLst>
              </a:tr>
              <a:tr h="925048">
                <a:tc>
                  <a:txBody>
                    <a:bodyPr/>
                    <a:lstStyle/>
                    <a:p>
                      <a:pPr marL="0" marR="0" lvl="0" indent="0" algn="l" rtl="0">
                        <a:lnSpc>
                          <a:spcPct val="100000"/>
                        </a:lnSpc>
                        <a:spcBef>
                          <a:spcPts val="0"/>
                        </a:spcBef>
                        <a:spcAft>
                          <a:spcPts val="0"/>
                        </a:spcAft>
                        <a:buClr>
                          <a:srgbClr val="000000"/>
                        </a:buClr>
                        <a:buSzPts val="1600"/>
                        <a:buFont typeface="Arial"/>
                        <a:buNone/>
                      </a:pPr>
                      <a:r>
                        <a:rPr lang="en-US" sz="1800" b="0" i="0" u="none" strike="noStrike" cap="none" dirty="0">
                          <a:solidFill>
                            <a:srgbClr val="000000"/>
                          </a:solidFill>
                          <a:effectLst/>
                          <a:latin typeface="Arial"/>
                          <a:ea typeface="Arial"/>
                          <a:cs typeface="Arial"/>
                          <a:sym typeface="Arial"/>
                        </a:rPr>
                        <a:t>Security issues are found during development instead of after deployment. This cuts down on risk and costs for fixing problems</a:t>
                      </a:r>
                      <a:r>
                        <a:rPr lang="en-US" sz="1600" b="0" i="0" u="none" strike="noStrike" cap="none" dirty="0">
                          <a:solidFill>
                            <a:srgbClr val="000000"/>
                          </a:solidFill>
                          <a:effectLst/>
                          <a:latin typeface="Arial"/>
                          <a:ea typeface="Arial"/>
                          <a:cs typeface="Arial"/>
                          <a:sym typeface="Arial"/>
                        </a:rPr>
                        <a:t>.</a:t>
                      </a:r>
                      <a:endParaRPr sz="1800" i="1" u="none" strike="noStrike" cap="none" dirty="0">
                        <a:solidFill>
                          <a:srgbClr val="525C65"/>
                        </a:solidFill>
                        <a:latin typeface="Open Sans Light"/>
                        <a:ea typeface="Open Sans Light"/>
                        <a:cs typeface="Open Sans Light"/>
                        <a:sym typeface="Open Sans Light"/>
                      </a:endParaRPr>
                    </a:p>
                  </a:txBody>
                  <a:tcPr marL="80675" marR="80675" marT="80675" marB="80675">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493782">
                <a:tc>
                  <a:txBody>
                    <a:bodyPr/>
                    <a:lstStyle/>
                    <a:p>
                      <a:pPr marL="0" marR="0" lvl="0" indent="0" algn="l" rtl="0">
                        <a:lnSpc>
                          <a:spcPct val="115000"/>
                        </a:lnSpc>
                        <a:spcBef>
                          <a:spcPts val="0"/>
                        </a:spcBef>
                        <a:spcAft>
                          <a:spcPts val="0"/>
                        </a:spcAft>
                        <a:buClr>
                          <a:srgbClr val="000000"/>
                        </a:buClr>
                        <a:buSzPts val="1600"/>
                        <a:buFont typeface="Arial"/>
                        <a:buNone/>
                      </a:pPr>
                      <a:r>
                        <a:rPr lang="en" sz="2000" b="1" u="none" strike="noStrike" cap="none" dirty="0">
                          <a:solidFill>
                            <a:srgbClr val="525C65"/>
                          </a:solidFill>
                          <a:latin typeface="Open Sans"/>
                          <a:ea typeface="Open Sans"/>
                          <a:cs typeface="Open Sans"/>
                          <a:sym typeface="Open Sans"/>
                        </a:rPr>
                        <a:t>2. </a:t>
                      </a:r>
                      <a:r>
                        <a:rPr lang="en-IN" sz="1800" b="1" i="0" u="none" strike="noStrike" cap="none" dirty="0">
                          <a:solidFill>
                            <a:srgbClr val="000000"/>
                          </a:solidFill>
                          <a:effectLst/>
                          <a:latin typeface="Arial"/>
                          <a:ea typeface="Arial"/>
                          <a:cs typeface="Arial"/>
                          <a:sym typeface="Arial"/>
                        </a:rPr>
                        <a:t>Continuous Security Integration</a:t>
                      </a:r>
                      <a:endParaRPr sz="2000" b="1" u="none" strike="noStrike" cap="none" dirty="0">
                        <a:solidFill>
                          <a:srgbClr val="525C65"/>
                        </a:solidFill>
                        <a:latin typeface="Open Sans"/>
                        <a:ea typeface="Open Sans"/>
                        <a:cs typeface="Open Sans"/>
                        <a:sym typeface="Open Sans"/>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935379">
                <a:tc>
                  <a:txBody>
                    <a:bodyPr/>
                    <a:lstStyle/>
                    <a:p>
                      <a:pPr marL="0" marR="0" lvl="0" indent="0" algn="l" rtl="0">
                        <a:lnSpc>
                          <a:spcPct val="100000"/>
                        </a:lnSpc>
                        <a:spcBef>
                          <a:spcPts val="0"/>
                        </a:spcBef>
                        <a:spcAft>
                          <a:spcPts val="0"/>
                        </a:spcAft>
                        <a:buClr>
                          <a:srgbClr val="000000"/>
                        </a:buClr>
                        <a:buSzPts val="1600"/>
                        <a:buFont typeface="Arial"/>
                        <a:buNone/>
                      </a:pPr>
                      <a:r>
                        <a:rPr lang="en-US" sz="1800" b="0" i="0" u="none" strike="noStrike" cap="none" dirty="0">
                          <a:solidFill>
                            <a:srgbClr val="000000"/>
                          </a:solidFill>
                          <a:effectLst/>
                          <a:latin typeface="Arial"/>
                          <a:ea typeface="Arial"/>
                          <a:cs typeface="Arial"/>
                          <a:sym typeface="Arial"/>
                        </a:rPr>
                        <a:t>Security checks happen at every stage. This ensures ongoing protection for CryptoV4ult’s changing infrastructure.</a:t>
                      </a:r>
                      <a:endParaRPr sz="2000" i="1" u="none" strike="noStrike" cap="none" dirty="0">
                        <a:solidFill>
                          <a:srgbClr val="525C65"/>
                        </a:solidFill>
                        <a:latin typeface="Open Sans Light"/>
                        <a:ea typeface="Open Sans Light"/>
                        <a:cs typeface="Open Sans Light"/>
                        <a:sym typeface="Open Sans Light"/>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493782">
                <a:tc>
                  <a:txBody>
                    <a:bodyPr/>
                    <a:lstStyle/>
                    <a:p>
                      <a:pPr marL="0" marR="0" lvl="0" indent="0" algn="l" rtl="0">
                        <a:lnSpc>
                          <a:spcPct val="115000"/>
                        </a:lnSpc>
                        <a:spcBef>
                          <a:spcPts val="0"/>
                        </a:spcBef>
                        <a:spcAft>
                          <a:spcPts val="0"/>
                        </a:spcAft>
                        <a:buClr>
                          <a:srgbClr val="000000"/>
                        </a:buClr>
                        <a:buSzPts val="1600"/>
                        <a:buFont typeface="Arial"/>
                        <a:buNone/>
                      </a:pPr>
                      <a:r>
                        <a:rPr lang="en" sz="1800" b="1" u="none" strike="noStrike" cap="none" dirty="0">
                          <a:solidFill>
                            <a:srgbClr val="525C65"/>
                          </a:solidFill>
                          <a:latin typeface="Open Sans"/>
                          <a:ea typeface="Open Sans"/>
                          <a:cs typeface="Open Sans"/>
                          <a:sym typeface="Open Sans"/>
                        </a:rPr>
                        <a:t>3</a:t>
                      </a:r>
                      <a:r>
                        <a:rPr lang="en" sz="2400" b="1" u="none" strike="noStrike" cap="none" dirty="0">
                          <a:solidFill>
                            <a:srgbClr val="525C65"/>
                          </a:solidFill>
                          <a:latin typeface="Open Sans"/>
                          <a:ea typeface="Open Sans"/>
                          <a:cs typeface="Open Sans"/>
                          <a:sym typeface="Open Sans"/>
                        </a:rPr>
                        <a:t>. </a:t>
                      </a:r>
                      <a:r>
                        <a:rPr lang="en-IN" sz="2000" b="1" i="0" u="none" strike="noStrike" cap="none" dirty="0">
                          <a:solidFill>
                            <a:srgbClr val="000000"/>
                          </a:solidFill>
                          <a:effectLst/>
                          <a:latin typeface="Arial"/>
                          <a:ea typeface="Arial"/>
                          <a:cs typeface="Arial"/>
                          <a:sym typeface="Arial"/>
                        </a:rPr>
                        <a:t>Improved Compliance and Governance </a:t>
                      </a:r>
                      <a:endParaRPr sz="2400" b="1" u="none" strike="noStrike" cap="none" dirty="0">
                        <a:solidFill>
                          <a:srgbClr val="525C65"/>
                        </a:solidFill>
                        <a:latin typeface="Open Sans"/>
                        <a:ea typeface="Open Sans"/>
                        <a:cs typeface="Open Sans"/>
                        <a:sym typeface="Open Sans"/>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956129">
                <a:tc>
                  <a:txBody>
                    <a:bodyPr/>
                    <a:lstStyle/>
                    <a:p>
                      <a:pPr marL="0" marR="0" lvl="0" indent="0" algn="l" rtl="0">
                        <a:lnSpc>
                          <a:spcPct val="100000"/>
                        </a:lnSpc>
                        <a:spcBef>
                          <a:spcPts val="0"/>
                        </a:spcBef>
                        <a:spcAft>
                          <a:spcPts val="0"/>
                        </a:spcAft>
                        <a:buClr>
                          <a:srgbClr val="000000"/>
                        </a:buClr>
                        <a:buSzPts val="1600"/>
                        <a:buFont typeface="Arial"/>
                        <a:buNone/>
                      </a:pPr>
                      <a:r>
                        <a:rPr lang="en-US" sz="1800" b="0" i="0" u="none" strike="noStrike" cap="none" dirty="0">
                          <a:solidFill>
                            <a:srgbClr val="000000"/>
                          </a:solidFill>
                          <a:effectLst/>
                          <a:latin typeface="Arial"/>
                          <a:ea typeface="Arial"/>
                          <a:cs typeface="Arial"/>
                          <a:sym typeface="Arial"/>
                        </a:rPr>
                        <a:t>Adding security controls helps meet important rules and data protection needs for cryptocurrency operations</a:t>
                      </a:r>
                      <a:endParaRPr sz="2000" i="1" u="none" strike="noStrike" cap="none" dirty="0">
                        <a:solidFill>
                          <a:srgbClr val="525C65"/>
                        </a:solidFill>
                        <a:latin typeface="Open Sans Light"/>
                        <a:ea typeface="Open Sans Light"/>
                        <a:cs typeface="Open Sans Light"/>
                        <a:sym typeface="Open Sans Light"/>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493782">
                <a:tc>
                  <a:txBody>
                    <a:bodyPr/>
                    <a:lstStyle/>
                    <a:p>
                      <a:pPr marL="0" marR="0" lvl="0" indent="0" algn="l" rtl="0">
                        <a:lnSpc>
                          <a:spcPct val="115000"/>
                        </a:lnSpc>
                        <a:spcBef>
                          <a:spcPts val="0"/>
                        </a:spcBef>
                        <a:spcAft>
                          <a:spcPts val="0"/>
                        </a:spcAft>
                        <a:buClr>
                          <a:srgbClr val="000000"/>
                        </a:buClr>
                        <a:buSzPts val="1600"/>
                        <a:buFont typeface="Arial"/>
                        <a:buNone/>
                      </a:pPr>
                      <a:r>
                        <a:rPr lang="en" sz="2000" b="1" u="none" strike="noStrike" cap="none" dirty="0">
                          <a:solidFill>
                            <a:srgbClr val="525C65"/>
                          </a:solidFill>
                          <a:latin typeface="Open Sans"/>
                          <a:ea typeface="Open Sans"/>
                          <a:cs typeface="Open Sans"/>
                          <a:sym typeface="Open Sans"/>
                        </a:rPr>
                        <a:t>4. </a:t>
                      </a:r>
                      <a:r>
                        <a:rPr lang="en-IN" sz="1800" b="1" i="0" u="none" strike="noStrike" cap="none" dirty="0">
                          <a:solidFill>
                            <a:srgbClr val="000000"/>
                          </a:solidFill>
                          <a:effectLst/>
                          <a:latin typeface="Arial"/>
                          <a:ea typeface="Arial"/>
                          <a:cs typeface="Arial"/>
                          <a:sym typeface="Arial"/>
                        </a:rPr>
                        <a:t>Enhanced Risk Management </a:t>
                      </a:r>
                      <a:endParaRPr sz="2000" b="1" i="1" u="none" strike="noStrike" cap="none" dirty="0">
                        <a:solidFill>
                          <a:srgbClr val="525C65"/>
                        </a:solidFill>
                        <a:latin typeface="Open Sans"/>
                        <a:ea typeface="Open Sans"/>
                        <a:cs typeface="Open Sans"/>
                        <a:sym typeface="Open Sans"/>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r h="925048">
                <a:tc>
                  <a:txBody>
                    <a:bodyPr/>
                    <a:lstStyle/>
                    <a:p>
                      <a:pPr marL="0" marR="0" lvl="0" indent="0" algn="l" rtl="0">
                        <a:lnSpc>
                          <a:spcPct val="100000"/>
                        </a:lnSpc>
                        <a:spcBef>
                          <a:spcPts val="0"/>
                        </a:spcBef>
                        <a:spcAft>
                          <a:spcPts val="0"/>
                        </a:spcAft>
                        <a:buClr>
                          <a:srgbClr val="000000"/>
                        </a:buClr>
                        <a:buSzPts val="1600"/>
                        <a:buFont typeface="Arial"/>
                        <a:buNone/>
                      </a:pPr>
                      <a:r>
                        <a:rPr lang="en-US" sz="1800" b="0" i="0" u="none" strike="noStrike" cap="none" dirty="0">
                          <a:solidFill>
                            <a:srgbClr val="000000"/>
                          </a:solidFill>
                          <a:effectLst/>
                          <a:latin typeface="Arial"/>
                          <a:ea typeface="Arial"/>
                          <a:cs typeface="Arial"/>
                          <a:sym typeface="Arial"/>
                        </a:rPr>
                        <a:t>Proactive threat modeling and testing boost defenses against cyberattacks aimed at user data and digital assets.</a:t>
                      </a:r>
                      <a:endParaRPr sz="2000" i="1" u="none" strike="noStrike" cap="none" dirty="0">
                        <a:solidFill>
                          <a:srgbClr val="525C65"/>
                        </a:solidFill>
                        <a:latin typeface="Open Sans Light"/>
                        <a:ea typeface="Open Sans Light"/>
                        <a:cs typeface="Open Sans Light"/>
                        <a:sym typeface="Open Sans Light"/>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7"/>
                  </a:ext>
                </a:extLst>
              </a:tr>
              <a:tr h="493782">
                <a:tc>
                  <a:txBody>
                    <a:bodyPr/>
                    <a:lstStyle/>
                    <a:p>
                      <a:pPr marL="0" marR="0" lvl="0" indent="0" algn="l" rtl="0">
                        <a:lnSpc>
                          <a:spcPct val="115000"/>
                        </a:lnSpc>
                        <a:spcBef>
                          <a:spcPts val="0"/>
                        </a:spcBef>
                        <a:spcAft>
                          <a:spcPts val="0"/>
                        </a:spcAft>
                        <a:buClr>
                          <a:srgbClr val="000000"/>
                        </a:buClr>
                        <a:buSzPts val="1600"/>
                        <a:buFont typeface="Arial"/>
                        <a:buNone/>
                      </a:pPr>
                      <a:r>
                        <a:rPr lang="en" sz="1800" b="1" u="none" strike="noStrike" cap="none" dirty="0">
                          <a:solidFill>
                            <a:srgbClr val="525C65"/>
                          </a:solidFill>
                          <a:latin typeface="Open Sans"/>
                          <a:ea typeface="Open Sans"/>
                          <a:cs typeface="Open Sans"/>
                          <a:sym typeface="Open Sans"/>
                        </a:rPr>
                        <a:t>5. </a:t>
                      </a:r>
                      <a:r>
                        <a:rPr lang="en-IN" sz="1800" b="1" u="none" strike="noStrike" cap="none" dirty="0">
                          <a:solidFill>
                            <a:srgbClr val="525C65"/>
                          </a:solidFill>
                          <a:latin typeface="Open Sans"/>
                          <a:ea typeface="Open Sans"/>
                          <a:cs typeface="Open Sans"/>
                          <a:sym typeface="Open Sans"/>
                        </a:rPr>
                        <a:t>Increased Trust and Reliability</a:t>
                      </a:r>
                      <a:endParaRPr sz="1800" b="1" i="1" u="none" strike="noStrike" cap="none" dirty="0">
                        <a:solidFill>
                          <a:srgbClr val="525C65"/>
                        </a:solidFill>
                        <a:latin typeface="Open Sans"/>
                        <a:ea typeface="Open Sans"/>
                        <a:cs typeface="Open Sans"/>
                        <a:sym typeface="Open Sans"/>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8"/>
                  </a:ext>
                </a:extLst>
              </a:tr>
              <a:tr h="968422">
                <a:tc>
                  <a:txBody>
                    <a:bodyPr/>
                    <a:lstStyle/>
                    <a:p>
                      <a:pPr marL="0" marR="0" lvl="0" indent="0" algn="l" rtl="0">
                        <a:lnSpc>
                          <a:spcPct val="100000"/>
                        </a:lnSpc>
                        <a:spcBef>
                          <a:spcPts val="0"/>
                        </a:spcBef>
                        <a:spcAft>
                          <a:spcPts val="0"/>
                        </a:spcAft>
                        <a:buClr>
                          <a:srgbClr val="000000"/>
                        </a:buClr>
                        <a:buSzPts val="1600"/>
                        <a:buFont typeface="Arial"/>
                        <a:buNone/>
                      </a:pPr>
                      <a:r>
                        <a:rPr lang="en-US" sz="1800" b="0" i="0" u="none" strike="noStrike" cap="none" dirty="0">
                          <a:solidFill>
                            <a:srgbClr val="000000"/>
                          </a:solidFill>
                          <a:effectLst/>
                          <a:latin typeface="Arial"/>
                          <a:ea typeface="Arial"/>
                          <a:cs typeface="Arial"/>
                          <a:sym typeface="Arial"/>
                        </a:rPr>
                        <a:t>Showing a security-first development culture builds customer confidence and protects CryptoV4ult’s reputation.</a:t>
                      </a:r>
                      <a:endParaRPr sz="2000" i="1" u="none" strike="noStrike" cap="none" dirty="0">
                        <a:solidFill>
                          <a:srgbClr val="525C65"/>
                        </a:solidFill>
                        <a:latin typeface="Open Sans Light"/>
                        <a:ea typeface="Open Sans Light"/>
                        <a:cs typeface="Open Sans Light"/>
                        <a:sym typeface="Open Sans Light"/>
                      </a:endParaRPr>
                    </a:p>
                    <a:p>
                      <a:pPr marL="0" marR="0" lvl="0" indent="0" algn="l" rtl="0">
                        <a:lnSpc>
                          <a:spcPct val="100000"/>
                        </a:lnSpc>
                        <a:spcBef>
                          <a:spcPts val="0"/>
                        </a:spcBef>
                        <a:spcAft>
                          <a:spcPts val="0"/>
                        </a:spcAft>
                        <a:buClr>
                          <a:srgbClr val="000000"/>
                        </a:buClr>
                        <a:buSzPts val="1600"/>
                        <a:buFont typeface="Arial"/>
                        <a:buNone/>
                      </a:pPr>
                      <a:endParaRPr sz="1600" i="1" u="none" strike="noStrike" cap="none" dirty="0">
                        <a:solidFill>
                          <a:srgbClr val="525C65"/>
                        </a:solidFill>
                        <a:latin typeface="Open Sans Light"/>
                        <a:ea typeface="Open Sans Light"/>
                        <a:cs typeface="Open Sans Light"/>
                        <a:sym typeface="Open Sans Light"/>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9"/>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D3B59"/>
        </a:solidFill>
        <a:effectLst/>
      </p:bgPr>
    </p:bg>
    <p:spTree>
      <p:nvGrpSpPr>
        <p:cNvPr id="1" name="Shape 212"/>
        <p:cNvGrpSpPr/>
        <p:nvPr/>
      </p:nvGrpSpPr>
      <p:grpSpPr>
        <a:xfrm>
          <a:off x="0" y="0"/>
          <a:ext cx="0" cy="0"/>
          <a:chOff x="0" y="0"/>
          <a:chExt cx="0" cy="0"/>
        </a:xfrm>
      </p:grpSpPr>
      <p:sp>
        <p:nvSpPr>
          <p:cNvPr id="213" name="Google Shape;213;p13"/>
          <p:cNvSpPr txBox="1"/>
          <p:nvPr/>
        </p:nvSpPr>
        <p:spPr>
          <a:xfrm>
            <a:off x="625642" y="2544270"/>
            <a:ext cx="4644190" cy="181588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FF"/>
              </a:buClr>
              <a:buSzPts val="4800"/>
              <a:buFont typeface="Corbel"/>
              <a:buNone/>
            </a:pPr>
            <a:r>
              <a:rPr lang="en" sz="4800" b="0" i="0" u="none" strike="noStrike" cap="none">
                <a:solidFill>
                  <a:srgbClr val="FFFFFF"/>
                </a:solidFill>
                <a:latin typeface="Corbel"/>
                <a:ea typeface="Corbel"/>
                <a:cs typeface="Corbel"/>
                <a:sym typeface="Corbel"/>
              </a:rPr>
              <a:t>Section 2:</a:t>
            </a:r>
            <a:endParaRPr/>
          </a:p>
          <a:p>
            <a:pPr marL="0" marR="0" lvl="0" indent="0" algn="l" rtl="0">
              <a:lnSpc>
                <a:spcPct val="100000"/>
              </a:lnSpc>
              <a:spcBef>
                <a:spcPts val="0"/>
              </a:spcBef>
              <a:spcAft>
                <a:spcPts val="0"/>
              </a:spcAft>
              <a:buClr>
                <a:srgbClr val="FFFFFF"/>
              </a:buClr>
              <a:buSzPts val="3200"/>
              <a:buFont typeface="Corbel"/>
              <a:buNone/>
            </a:pPr>
            <a:r>
              <a:rPr lang="en" sz="3200">
                <a:solidFill>
                  <a:srgbClr val="FFFFFF"/>
                </a:solidFill>
                <a:latin typeface="Corbel"/>
                <a:ea typeface="Corbel"/>
                <a:cs typeface="Corbel"/>
                <a:sym typeface="Corbel"/>
              </a:rPr>
              <a:t>Vulnerabilities and Remediation (35)</a:t>
            </a:r>
            <a:endParaRPr sz="3200" b="0" i="0" u="none" strike="noStrike" cap="none">
              <a:solidFill>
                <a:srgbClr val="FFFFFF"/>
              </a:solidFill>
              <a:latin typeface="Corbel"/>
              <a:ea typeface="Corbel"/>
              <a:cs typeface="Corbel"/>
              <a:sym typeface="Corbe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14"/>
          <p:cNvSpPr txBox="1">
            <a:spLocks noGrp="1"/>
          </p:cNvSpPr>
          <p:nvPr>
            <p:ph type="title"/>
          </p:nvPr>
        </p:nvSpPr>
        <p:spPr>
          <a:xfrm>
            <a:off x="233775" y="902357"/>
            <a:ext cx="6390529" cy="988147"/>
          </a:xfrm>
          <a:prstGeom prst="rect">
            <a:avLst/>
          </a:prstGeom>
          <a:noFill/>
          <a:ln>
            <a:noFill/>
          </a:ln>
        </p:spPr>
        <p:txBody>
          <a:bodyPr spcFirstLastPara="1" wrap="square" lIns="80650" tIns="80650" rIns="80650" bIns="80650" anchor="ctr" anchorCtr="0">
            <a:noAutofit/>
          </a:bodyPr>
          <a:lstStyle/>
          <a:p>
            <a:pPr marL="0" lvl="0" indent="0" algn="l" rtl="0">
              <a:lnSpc>
                <a:spcPct val="100000"/>
              </a:lnSpc>
              <a:spcBef>
                <a:spcPts val="0"/>
              </a:spcBef>
              <a:spcAft>
                <a:spcPts val="0"/>
              </a:spcAft>
              <a:buSzPts val="3200"/>
              <a:buFont typeface="Open Sans Light"/>
              <a:buNone/>
            </a:pPr>
            <a:r>
              <a:rPr lang="en" dirty="0"/>
              <a:t>Vulnerabilities and remediation</a:t>
            </a:r>
            <a:endParaRPr dirty="0"/>
          </a:p>
        </p:txBody>
      </p:sp>
      <p:sp>
        <p:nvSpPr>
          <p:cNvPr id="219" name="Google Shape;219;p14"/>
          <p:cNvSpPr txBox="1">
            <a:spLocks noGrp="1"/>
          </p:cNvSpPr>
          <p:nvPr>
            <p:ph type="body" idx="1"/>
          </p:nvPr>
        </p:nvSpPr>
        <p:spPr>
          <a:xfrm>
            <a:off x="233735" y="2346643"/>
            <a:ext cx="6390529" cy="5895000"/>
          </a:xfrm>
          <a:prstGeom prst="rect">
            <a:avLst/>
          </a:prstGeom>
          <a:noFill/>
          <a:ln>
            <a:noFill/>
          </a:ln>
        </p:spPr>
        <p:txBody>
          <a:bodyPr spcFirstLastPara="1" wrap="square" lIns="80650" tIns="80650" rIns="80650" bIns="80650" anchor="t" anchorCtr="0">
            <a:noAutofit/>
          </a:bodyPr>
          <a:lstStyle/>
          <a:p>
            <a:pPr marL="0" lvl="0" indent="0" algn="l" rtl="0">
              <a:lnSpc>
                <a:spcPct val="115000"/>
              </a:lnSpc>
              <a:spcBef>
                <a:spcPts val="1059"/>
              </a:spcBef>
              <a:spcAft>
                <a:spcPts val="0"/>
              </a:spcAft>
              <a:buSzPts val="1800"/>
              <a:buNone/>
            </a:pPr>
            <a:r>
              <a:rPr lang="en" dirty="0"/>
              <a:t>As CryptoV4ult enhances its infrastructure to support new features for its extensive user base, ensuring the security of user authentication mechanisms is paramount. The</a:t>
            </a:r>
            <a:r>
              <a:rPr lang="en" b="1" dirty="0">
                <a:latin typeface="Open Sans"/>
                <a:ea typeface="Open Sans"/>
                <a:cs typeface="Open Sans"/>
                <a:sym typeface="Open Sans"/>
              </a:rPr>
              <a:t> login system</a:t>
            </a:r>
            <a:r>
              <a:rPr lang="en" dirty="0"/>
              <a:t> is critical to the platform's security, acting as the first line of defense against unauthorized access. Your task is to scrutinize a login system, </a:t>
            </a:r>
            <a:r>
              <a:rPr lang="en" b="1" dirty="0">
                <a:latin typeface="Open Sans"/>
                <a:ea typeface="Open Sans"/>
                <a:cs typeface="Open Sans"/>
                <a:sym typeface="Open Sans"/>
              </a:rPr>
              <a:t>identify 3 potential vulnerabilities</a:t>
            </a:r>
            <a:r>
              <a:rPr lang="en" dirty="0"/>
              <a:t> they usually have, and propose effective remediation strategies.</a:t>
            </a:r>
            <a:endParaRPr dirty="0"/>
          </a:p>
          <a:p>
            <a:pPr marL="403433" lvl="0" indent="-302575" algn="l" rtl="0">
              <a:lnSpc>
                <a:spcPct val="115000"/>
              </a:lnSpc>
              <a:spcBef>
                <a:spcPts val="1059"/>
              </a:spcBef>
              <a:spcAft>
                <a:spcPts val="0"/>
              </a:spcAft>
              <a:buSzPts val="1800"/>
              <a:buChar char="●"/>
            </a:pPr>
            <a:r>
              <a:rPr lang="en" i="1" dirty="0"/>
              <a:t>Concentrate on </a:t>
            </a:r>
            <a:r>
              <a:rPr lang="en" b="1" i="1" dirty="0">
                <a:latin typeface="Open Sans"/>
                <a:ea typeface="Open Sans"/>
                <a:cs typeface="Open Sans"/>
                <a:sym typeface="Open Sans"/>
              </a:rPr>
              <a:t>login systems in general</a:t>
            </a:r>
            <a:endParaRPr b="1" i="1" dirty="0">
              <a:latin typeface="Open Sans"/>
              <a:ea typeface="Open Sans"/>
              <a:cs typeface="Open Sans"/>
              <a:sym typeface="Open Sans"/>
            </a:endParaRPr>
          </a:p>
          <a:p>
            <a:pPr marL="403433" lvl="0" indent="-302575" algn="l" rtl="0">
              <a:lnSpc>
                <a:spcPct val="115000"/>
              </a:lnSpc>
              <a:spcBef>
                <a:spcPts val="0"/>
              </a:spcBef>
              <a:spcAft>
                <a:spcPts val="0"/>
              </a:spcAft>
              <a:buSzPts val="1800"/>
              <a:buFont typeface="Open Sans Light"/>
              <a:buChar char="●"/>
            </a:pPr>
            <a:r>
              <a:rPr lang="en" i="1" dirty="0"/>
              <a:t>The vulnerability can relate to any aspect of a login system, including user identification, authentication mechanisms, and session management</a:t>
            </a:r>
            <a:endParaRPr i="1" dirty="0"/>
          </a:p>
          <a:p>
            <a:pPr marL="403433" lvl="0" indent="-302575" algn="l" rtl="0">
              <a:lnSpc>
                <a:spcPct val="115000"/>
              </a:lnSpc>
              <a:spcBef>
                <a:spcPts val="0"/>
              </a:spcBef>
              <a:spcAft>
                <a:spcPts val="0"/>
              </a:spcAft>
              <a:buSzPts val="1800"/>
              <a:buFont typeface="Open Sans Light"/>
              <a:buChar char="●"/>
            </a:pPr>
            <a:r>
              <a:rPr lang="en" i="1" dirty="0"/>
              <a:t>Any common login system vulnerability is acceptable</a:t>
            </a:r>
            <a:endParaRPr i="1" dirty="0"/>
          </a:p>
          <a:p>
            <a:pPr marL="403433" lvl="0" indent="-302575" algn="l" rtl="0">
              <a:lnSpc>
                <a:spcPct val="115000"/>
              </a:lnSpc>
              <a:spcBef>
                <a:spcPts val="0"/>
              </a:spcBef>
              <a:spcAft>
                <a:spcPts val="0"/>
              </a:spcAft>
              <a:buSzPts val="1800"/>
              <a:buFont typeface="Open Sans Light"/>
              <a:buChar char="●"/>
            </a:pPr>
            <a:r>
              <a:rPr lang="en" b="1" i="1" dirty="0">
                <a:latin typeface="Open Sans"/>
                <a:ea typeface="Open Sans"/>
                <a:cs typeface="Open Sans"/>
                <a:sym typeface="Open Sans"/>
              </a:rPr>
              <a:t>For each identified potential vulnerability</a:t>
            </a:r>
            <a:r>
              <a:rPr lang="en" i="1" dirty="0"/>
              <a:t>, you need to:</a:t>
            </a:r>
            <a:endParaRPr i="1" dirty="0"/>
          </a:p>
          <a:p>
            <a:pPr marL="806867" lvl="1" indent="-302575" algn="l" rtl="0">
              <a:lnSpc>
                <a:spcPct val="115000"/>
              </a:lnSpc>
              <a:spcBef>
                <a:spcPts val="0"/>
              </a:spcBef>
              <a:spcAft>
                <a:spcPts val="0"/>
              </a:spcAft>
              <a:buSzPts val="1800"/>
              <a:buFont typeface="Open Sans"/>
              <a:buChar char="○"/>
            </a:pPr>
            <a:r>
              <a:rPr lang="en" b="1" i="1" dirty="0">
                <a:latin typeface="Open Sans"/>
                <a:ea typeface="Open Sans"/>
                <a:cs typeface="Open Sans"/>
                <a:sym typeface="Open Sans"/>
              </a:rPr>
              <a:t>Describe the vulnerability</a:t>
            </a:r>
            <a:endParaRPr b="1" i="1" dirty="0">
              <a:latin typeface="Open Sans"/>
              <a:ea typeface="Open Sans"/>
              <a:cs typeface="Open Sans"/>
              <a:sym typeface="Open Sans"/>
            </a:endParaRPr>
          </a:p>
          <a:p>
            <a:pPr marL="806867" lvl="1" indent="-302575" algn="l" rtl="0">
              <a:lnSpc>
                <a:spcPct val="115000"/>
              </a:lnSpc>
              <a:spcBef>
                <a:spcPts val="0"/>
              </a:spcBef>
              <a:spcAft>
                <a:spcPts val="0"/>
              </a:spcAft>
              <a:buSzPts val="1800"/>
              <a:buFont typeface="Open Sans"/>
              <a:buChar char="○"/>
            </a:pPr>
            <a:r>
              <a:rPr lang="en" b="1" i="1" dirty="0">
                <a:latin typeface="Open Sans"/>
                <a:ea typeface="Open Sans"/>
                <a:cs typeface="Open Sans"/>
                <a:sym typeface="Open Sans"/>
              </a:rPr>
              <a:t>Explain the risk</a:t>
            </a:r>
            <a:endParaRPr b="1" i="1" dirty="0">
              <a:latin typeface="Open Sans"/>
              <a:ea typeface="Open Sans"/>
              <a:cs typeface="Open Sans"/>
              <a:sym typeface="Open Sans"/>
            </a:endParaRPr>
          </a:p>
          <a:p>
            <a:pPr marL="806867" lvl="1" indent="-302575" algn="l" rtl="0">
              <a:lnSpc>
                <a:spcPct val="115000"/>
              </a:lnSpc>
              <a:spcBef>
                <a:spcPts val="0"/>
              </a:spcBef>
              <a:spcAft>
                <a:spcPts val="0"/>
              </a:spcAft>
              <a:buSzPts val="1800"/>
              <a:buFont typeface="Open Sans"/>
              <a:buChar char="○"/>
            </a:pPr>
            <a:r>
              <a:rPr lang="en" b="1" i="1" dirty="0">
                <a:latin typeface="Open Sans"/>
                <a:ea typeface="Open Sans"/>
                <a:cs typeface="Open Sans"/>
                <a:sym typeface="Open Sans"/>
              </a:rPr>
              <a:t>Provide remediation strategy</a:t>
            </a:r>
            <a:endParaRPr b="1" i="1" dirty="0">
              <a:latin typeface="Open Sans"/>
              <a:ea typeface="Open Sans"/>
              <a:cs typeface="Open Sans"/>
              <a:sym typeface="Open Sans"/>
            </a:endParaRPr>
          </a:p>
          <a:p>
            <a:pPr marL="403433" lvl="0" indent="0" algn="l" rtl="0">
              <a:lnSpc>
                <a:spcPct val="115000"/>
              </a:lnSpc>
              <a:spcBef>
                <a:spcPts val="1059"/>
              </a:spcBef>
              <a:spcAft>
                <a:spcPts val="0"/>
              </a:spcAft>
              <a:buSzPts val="1800"/>
              <a:buNone/>
            </a:pP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15"/>
          <p:cNvSpPr txBox="1">
            <a:spLocks noGrp="1"/>
          </p:cNvSpPr>
          <p:nvPr>
            <p:ph type="title"/>
          </p:nvPr>
        </p:nvSpPr>
        <p:spPr>
          <a:xfrm>
            <a:off x="233775" y="791155"/>
            <a:ext cx="6390529" cy="1018091"/>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200"/>
              <a:buFont typeface="Open Sans Light"/>
              <a:buNone/>
            </a:pPr>
            <a:r>
              <a:rPr lang="en" sz="2824" b="0" i="0" u="none" strike="noStrike" cap="none">
                <a:solidFill>
                  <a:srgbClr val="02B3E4"/>
                </a:solidFill>
                <a:latin typeface="Open Sans Light"/>
                <a:ea typeface="Open Sans Light"/>
                <a:cs typeface="Open Sans Light"/>
                <a:sym typeface="Open Sans Light"/>
              </a:rPr>
              <a:t>Vulnerabilities and remediation</a:t>
            </a:r>
            <a:endParaRPr/>
          </a:p>
        </p:txBody>
      </p:sp>
      <p:graphicFrame>
        <p:nvGraphicFramePr>
          <p:cNvPr id="225" name="Google Shape;225;p15"/>
          <p:cNvGraphicFramePr/>
          <p:nvPr>
            <p:extLst>
              <p:ext uri="{D42A27DB-BD31-4B8C-83A1-F6EECF244321}">
                <p14:modId xmlns:p14="http://schemas.microsoft.com/office/powerpoint/2010/main" val="4186986067"/>
              </p:ext>
            </p:extLst>
          </p:nvPr>
        </p:nvGraphicFramePr>
        <p:xfrm>
          <a:off x="233736" y="1809246"/>
          <a:ext cx="6390489" cy="7165727"/>
        </p:xfrm>
        <a:graphic>
          <a:graphicData uri="http://schemas.openxmlformats.org/drawingml/2006/table">
            <a:tbl>
              <a:tblPr>
                <a:noFill/>
                <a:tableStyleId>{26DBA037-5822-4F53-A53A-243C1EEF8FA9}</a:tableStyleId>
              </a:tblPr>
              <a:tblGrid>
                <a:gridCol w="6390489">
                  <a:extLst>
                    <a:ext uri="{9D8B030D-6E8A-4147-A177-3AD203B41FA5}">
                      <a16:colId xmlns:a16="http://schemas.microsoft.com/office/drawing/2014/main" val="20000"/>
                    </a:ext>
                  </a:extLst>
                </a:gridCol>
              </a:tblGrid>
              <a:tr h="673491">
                <a:tc>
                  <a:txBody>
                    <a:bodyPr/>
                    <a:lstStyle/>
                    <a:p>
                      <a:pPr marL="0" marR="0" lvl="0" indent="0" algn="ctr" rtl="0">
                        <a:lnSpc>
                          <a:spcPct val="115000"/>
                        </a:lnSpc>
                        <a:spcBef>
                          <a:spcPts val="0"/>
                        </a:spcBef>
                        <a:spcAft>
                          <a:spcPts val="0"/>
                        </a:spcAft>
                        <a:buClr>
                          <a:srgbClr val="000000"/>
                        </a:buClr>
                        <a:buSzPts val="1600"/>
                        <a:buFont typeface="Arial"/>
                        <a:buNone/>
                      </a:pPr>
                      <a:r>
                        <a:rPr lang="en" sz="2400" b="1" u="none" strike="noStrike" cap="none" dirty="0">
                          <a:solidFill>
                            <a:srgbClr val="525C65"/>
                          </a:solidFill>
                          <a:latin typeface="Open Sans"/>
                          <a:ea typeface="Open Sans"/>
                          <a:cs typeface="Open Sans"/>
                          <a:sym typeface="Open Sans"/>
                        </a:rPr>
                        <a:t>1.</a:t>
                      </a:r>
                      <a:r>
                        <a:rPr lang="en-IN" sz="2400" b="1" dirty="0"/>
                        <a:t> SQL Injection</a:t>
                      </a:r>
                      <a:endParaRPr sz="2400" b="1" u="none" strike="noStrike" cap="none" dirty="0">
                        <a:solidFill>
                          <a:srgbClr val="525C65"/>
                        </a:solidFill>
                        <a:latin typeface="Open Sans"/>
                        <a:ea typeface="Open Sans"/>
                        <a:cs typeface="Open Sans"/>
                        <a:sym typeface="Open Sans"/>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585103">
                <a:tc>
                  <a:txBody>
                    <a:bodyPr/>
                    <a:lstStyle/>
                    <a:p>
                      <a:pPr marL="0" marR="0" lvl="0" indent="0" algn="l" rtl="0">
                        <a:lnSpc>
                          <a:spcPct val="100000"/>
                        </a:lnSpc>
                        <a:spcBef>
                          <a:spcPts val="0"/>
                        </a:spcBef>
                        <a:spcAft>
                          <a:spcPts val="0"/>
                        </a:spcAft>
                        <a:buClr>
                          <a:srgbClr val="000000"/>
                        </a:buClr>
                        <a:buSzPts val="1600"/>
                        <a:buFont typeface="Arial"/>
                        <a:buNone/>
                      </a:pPr>
                      <a:r>
                        <a:rPr lang="en" sz="2400" b="1" u="none" strike="noStrike" cap="none" dirty="0">
                          <a:solidFill>
                            <a:schemeClr val="tx1"/>
                          </a:solidFill>
                          <a:latin typeface="Open Sans"/>
                          <a:ea typeface="Open Sans"/>
                          <a:cs typeface="Open Sans"/>
                          <a:sym typeface="Open Sans"/>
                        </a:rPr>
                        <a:t>Description</a:t>
                      </a:r>
                      <a:endParaRPr sz="2400" b="1" i="1" u="none" strike="noStrike" cap="none" dirty="0">
                        <a:solidFill>
                          <a:schemeClr val="tx1"/>
                        </a:solidFill>
                        <a:latin typeface="Open Sans Light"/>
                        <a:ea typeface="Open Sans Light"/>
                        <a:cs typeface="Open Sans Light"/>
                        <a:sym typeface="Open Sans Light"/>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1673113">
                <a:tc>
                  <a:txBody>
                    <a:bodyPr/>
                    <a:lstStyle/>
                    <a:p>
                      <a:pPr marL="0" marR="0" lvl="0" indent="0" algn="l" rtl="0">
                        <a:lnSpc>
                          <a:spcPct val="100000"/>
                        </a:lnSpc>
                        <a:spcBef>
                          <a:spcPts val="0"/>
                        </a:spcBef>
                        <a:spcAft>
                          <a:spcPts val="0"/>
                        </a:spcAft>
                        <a:buClr>
                          <a:srgbClr val="000000"/>
                        </a:buClr>
                        <a:buSzPts val="1600"/>
                        <a:buFont typeface="Arial"/>
                        <a:buNone/>
                      </a:pPr>
                      <a:r>
                        <a:rPr lang="en-US" sz="2000" b="0" i="0" u="none" strike="noStrike" cap="none" dirty="0">
                          <a:solidFill>
                            <a:srgbClr val="000000"/>
                          </a:solidFill>
                          <a:effectLst/>
                          <a:latin typeface="Arial"/>
                          <a:ea typeface="Arial"/>
                          <a:cs typeface="Arial"/>
                          <a:sym typeface="Arial"/>
                        </a:rPr>
                        <a:t>This issue happens when user input fields, like username or password, are not cleaned properly. Attackers can then insert harmful SQL queries into the authentication database.</a:t>
                      </a:r>
                      <a:endParaRPr sz="2400" i="1" u="none" strike="noStrike" cap="none" dirty="0">
                        <a:solidFill>
                          <a:srgbClr val="525C65"/>
                        </a:solidFill>
                        <a:latin typeface="Open Sans Light"/>
                        <a:ea typeface="Open Sans Light"/>
                        <a:cs typeface="Open Sans Light"/>
                        <a:sym typeface="Open Sans Light"/>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585103">
                <a:tc>
                  <a:txBody>
                    <a:bodyPr/>
                    <a:lstStyle/>
                    <a:p>
                      <a:pPr marL="0" marR="0" lvl="0" indent="0" algn="l" rtl="0">
                        <a:lnSpc>
                          <a:spcPct val="100000"/>
                        </a:lnSpc>
                        <a:spcBef>
                          <a:spcPts val="0"/>
                        </a:spcBef>
                        <a:spcAft>
                          <a:spcPts val="0"/>
                        </a:spcAft>
                        <a:buClr>
                          <a:srgbClr val="000000"/>
                        </a:buClr>
                        <a:buSzPts val="1600"/>
                        <a:buFont typeface="Arial"/>
                        <a:buNone/>
                      </a:pPr>
                      <a:r>
                        <a:rPr lang="en" sz="2400" b="1" u="none" strike="noStrike" cap="none" dirty="0">
                          <a:solidFill>
                            <a:schemeClr val="tx1"/>
                          </a:solidFill>
                          <a:latin typeface="Open Sans"/>
                          <a:ea typeface="Open Sans"/>
                          <a:cs typeface="Open Sans"/>
                          <a:sym typeface="Open Sans"/>
                        </a:rPr>
                        <a:t>Risk</a:t>
                      </a:r>
                      <a:endParaRPr sz="2400" b="1" u="none" strike="noStrike" cap="none" dirty="0">
                        <a:solidFill>
                          <a:schemeClr val="tx1"/>
                        </a:solidFill>
                        <a:latin typeface="Open Sans"/>
                        <a:ea typeface="Open Sans"/>
                        <a:cs typeface="Open Sans"/>
                        <a:sym typeface="Open Sans"/>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1530864">
                <a:tc>
                  <a:txBody>
                    <a:bodyPr/>
                    <a:lstStyle/>
                    <a:p>
                      <a:pPr marL="0" marR="0" lvl="0" indent="0" algn="l" rtl="0">
                        <a:lnSpc>
                          <a:spcPct val="100000"/>
                        </a:lnSpc>
                        <a:spcBef>
                          <a:spcPts val="0"/>
                        </a:spcBef>
                        <a:spcAft>
                          <a:spcPts val="0"/>
                        </a:spcAft>
                        <a:buClr>
                          <a:srgbClr val="000000"/>
                        </a:buClr>
                        <a:buSzPts val="1600"/>
                        <a:buFont typeface="Arial"/>
                        <a:buNone/>
                      </a:pPr>
                      <a:r>
                        <a:rPr lang="en-US" sz="1800" b="0" i="0" u="none" strike="noStrike" cap="none" dirty="0">
                          <a:solidFill>
                            <a:srgbClr val="000000"/>
                          </a:solidFill>
                          <a:effectLst/>
                          <a:latin typeface="Arial"/>
                          <a:ea typeface="Arial"/>
                          <a:cs typeface="Arial"/>
                          <a:sym typeface="Arial"/>
                        </a:rPr>
                        <a:t>An attacker could get around authentication, steal sensitive data like user credentials, or change database entries. </a:t>
                      </a:r>
                    </a:p>
                    <a:p>
                      <a:pPr marL="0" marR="0" lvl="0" indent="0" algn="l" rtl="0">
                        <a:lnSpc>
                          <a:spcPct val="100000"/>
                        </a:lnSpc>
                        <a:spcBef>
                          <a:spcPts val="0"/>
                        </a:spcBef>
                        <a:spcAft>
                          <a:spcPts val="0"/>
                        </a:spcAft>
                        <a:buClr>
                          <a:srgbClr val="000000"/>
                        </a:buClr>
                        <a:buSzPts val="1600"/>
                        <a:buFont typeface="Arial"/>
                        <a:buNone/>
                      </a:pPr>
                      <a:r>
                        <a:rPr lang="en-US" sz="1800" b="0" i="0" u="none" strike="noStrike" cap="none" dirty="0">
                          <a:solidFill>
                            <a:srgbClr val="000000"/>
                          </a:solidFill>
                          <a:effectLst/>
                          <a:latin typeface="Arial"/>
                          <a:ea typeface="Arial"/>
                          <a:cs typeface="Arial"/>
                          <a:sym typeface="Arial"/>
                        </a:rPr>
                        <a:t>This could result in a major data breach and loss of user trust.</a:t>
                      </a:r>
                      <a:endParaRPr sz="2000" i="1" u="none" strike="noStrike" cap="none" dirty="0">
                        <a:solidFill>
                          <a:srgbClr val="525C65"/>
                        </a:solidFill>
                        <a:latin typeface="Open Sans Light"/>
                        <a:ea typeface="Open Sans Light"/>
                        <a:cs typeface="Open Sans Light"/>
                        <a:sym typeface="Open Sans Light"/>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585103">
                <a:tc>
                  <a:txBody>
                    <a:bodyPr/>
                    <a:lstStyle/>
                    <a:p>
                      <a:pPr marL="0" marR="0" lvl="0" indent="0" algn="l" rtl="0">
                        <a:lnSpc>
                          <a:spcPct val="100000"/>
                        </a:lnSpc>
                        <a:spcBef>
                          <a:spcPts val="0"/>
                        </a:spcBef>
                        <a:spcAft>
                          <a:spcPts val="0"/>
                        </a:spcAft>
                        <a:buClr>
                          <a:srgbClr val="000000"/>
                        </a:buClr>
                        <a:buSzPts val="1600"/>
                        <a:buFont typeface="Arial"/>
                        <a:buNone/>
                      </a:pPr>
                      <a:r>
                        <a:rPr lang="en" sz="2400" b="1" u="none" strike="noStrike" cap="none" dirty="0">
                          <a:solidFill>
                            <a:schemeClr val="tx1"/>
                          </a:solidFill>
                          <a:latin typeface="Open Sans"/>
                          <a:ea typeface="Open Sans"/>
                          <a:cs typeface="Open Sans"/>
                          <a:sym typeface="Open Sans"/>
                        </a:rPr>
                        <a:t>Remediation</a:t>
                      </a:r>
                      <a:endParaRPr sz="2400" b="1" i="1" u="none" strike="noStrike" cap="none" dirty="0">
                        <a:solidFill>
                          <a:schemeClr val="tx1"/>
                        </a:solidFill>
                        <a:latin typeface="Open Sans"/>
                        <a:ea typeface="Open Sans"/>
                        <a:cs typeface="Open Sans"/>
                        <a:sym typeface="Open Sans"/>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1326838">
                <a:tc>
                  <a:txBody>
                    <a:bodyPr/>
                    <a:lstStyle/>
                    <a:p>
                      <a:pPr marL="0" marR="0" lvl="0" indent="0" algn="l" rtl="0">
                        <a:lnSpc>
                          <a:spcPct val="100000"/>
                        </a:lnSpc>
                        <a:spcBef>
                          <a:spcPts val="0"/>
                        </a:spcBef>
                        <a:spcAft>
                          <a:spcPts val="0"/>
                        </a:spcAft>
                        <a:buClr>
                          <a:srgbClr val="000000"/>
                        </a:buClr>
                        <a:buSzPts val="1600"/>
                        <a:buFont typeface="Arial"/>
                        <a:buNone/>
                      </a:pPr>
                      <a:r>
                        <a:rPr lang="en-US" sz="1800" b="0" i="0" u="none" strike="noStrike" cap="none" dirty="0">
                          <a:solidFill>
                            <a:srgbClr val="000000"/>
                          </a:solidFill>
                          <a:effectLst/>
                          <a:latin typeface="Arial"/>
                          <a:ea typeface="Arial"/>
                          <a:cs typeface="Arial"/>
                          <a:sym typeface="Arial"/>
                        </a:rPr>
                        <a:t>Use parameterized queries or prepared statements instead of dynamic SQL. Implement input validation and output encoding. </a:t>
                      </a:r>
                    </a:p>
                    <a:p>
                      <a:pPr marL="0" marR="0" lvl="0" indent="0" algn="l" rtl="0">
                        <a:lnSpc>
                          <a:spcPct val="100000"/>
                        </a:lnSpc>
                        <a:spcBef>
                          <a:spcPts val="0"/>
                        </a:spcBef>
                        <a:spcAft>
                          <a:spcPts val="0"/>
                        </a:spcAft>
                        <a:buClr>
                          <a:srgbClr val="000000"/>
                        </a:buClr>
                        <a:buSzPts val="1600"/>
                        <a:buFont typeface="Arial"/>
                        <a:buNone/>
                      </a:pPr>
                      <a:r>
                        <a:rPr lang="en-US" sz="1800" b="0" i="0" u="none" strike="noStrike" cap="none" dirty="0">
                          <a:solidFill>
                            <a:srgbClr val="000000"/>
                          </a:solidFill>
                          <a:effectLst/>
                          <a:latin typeface="Arial"/>
                          <a:ea typeface="Arial"/>
                          <a:cs typeface="Arial"/>
                          <a:sym typeface="Arial"/>
                        </a:rPr>
                        <a:t>Regularly conduct code reviews and database vulnerability scans to find injection flaws.</a:t>
                      </a:r>
                      <a:endParaRPr sz="2000" i="1" u="none" strike="noStrike" cap="none" dirty="0">
                        <a:solidFill>
                          <a:srgbClr val="525C65"/>
                        </a:solidFill>
                        <a:latin typeface="Open Sans Light"/>
                        <a:ea typeface="Open Sans Light"/>
                        <a:cs typeface="Open Sans Light"/>
                        <a:sym typeface="Open Sans Light"/>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6"/>
          <p:cNvSpPr txBox="1">
            <a:spLocks noGrp="1"/>
          </p:cNvSpPr>
          <p:nvPr>
            <p:ph type="title"/>
          </p:nvPr>
        </p:nvSpPr>
        <p:spPr>
          <a:xfrm>
            <a:off x="233775" y="791155"/>
            <a:ext cx="6390529" cy="1018091"/>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200"/>
              <a:buFont typeface="Open Sans Light"/>
              <a:buNone/>
            </a:pPr>
            <a:r>
              <a:rPr lang="en" sz="2824" b="0" i="0" u="none" strike="noStrike" cap="none">
                <a:solidFill>
                  <a:srgbClr val="02B3E4"/>
                </a:solidFill>
                <a:latin typeface="Open Sans Light"/>
                <a:ea typeface="Open Sans Light"/>
                <a:cs typeface="Open Sans Light"/>
                <a:sym typeface="Open Sans Light"/>
              </a:rPr>
              <a:t>Vulnerabilities and remediation</a:t>
            </a:r>
            <a:endParaRPr/>
          </a:p>
        </p:txBody>
      </p:sp>
      <p:graphicFrame>
        <p:nvGraphicFramePr>
          <p:cNvPr id="231" name="Google Shape;231;p16"/>
          <p:cNvGraphicFramePr/>
          <p:nvPr>
            <p:extLst>
              <p:ext uri="{D42A27DB-BD31-4B8C-83A1-F6EECF244321}">
                <p14:modId xmlns:p14="http://schemas.microsoft.com/office/powerpoint/2010/main" val="191532211"/>
              </p:ext>
            </p:extLst>
          </p:nvPr>
        </p:nvGraphicFramePr>
        <p:xfrm>
          <a:off x="233736" y="1688123"/>
          <a:ext cx="6108449" cy="6963509"/>
        </p:xfrm>
        <a:graphic>
          <a:graphicData uri="http://schemas.openxmlformats.org/drawingml/2006/table">
            <a:tbl>
              <a:tblPr>
                <a:noFill/>
                <a:tableStyleId>{26DBA037-5822-4F53-A53A-243C1EEF8FA9}</a:tableStyleId>
              </a:tblPr>
              <a:tblGrid>
                <a:gridCol w="6108449">
                  <a:extLst>
                    <a:ext uri="{9D8B030D-6E8A-4147-A177-3AD203B41FA5}">
                      <a16:colId xmlns:a16="http://schemas.microsoft.com/office/drawing/2014/main" val="20000"/>
                    </a:ext>
                  </a:extLst>
                </a:gridCol>
              </a:tblGrid>
              <a:tr h="764386">
                <a:tc>
                  <a:txBody>
                    <a:bodyPr/>
                    <a:lstStyle/>
                    <a:p>
                      <a:pPr marL="0" marR="0" lvl="0" indent="0" algn="ctr" rtl="0">
                        <a:lnSpc>
                          <a:spcPct val="115000"/>
                        </a:lnSpc>
                        <a:spcBef>
                          <a:spcPts val="0"/>
                        </a:spcBef>
                        <a:spcAft>
                          <a:spcPts val="0"/>
                        </a:spcAft>
                        <a:buClr>
                          <a:srgbClr val="000000"/>
                        </a:buClr>
                        <a:buSzPts val="1600"/>
                        <a:buFont typeface="Arial"/>
                        <a:buNone/>
                      </a:pPr>
                      <a:r>
                        <a:rPr lang="en" sz="2800" b="1" u="none" strike="noStrike" cap="none" dirty="0">
                          <a:solidFill>
                            <a:schemeClr val="tx1"/>
                          </a:solidFill>
                          <a:latin typeface="Open Sans"/>
                          <a:ea typeface="Open Sans"/>
                          <a:cs typeface="Open Sans"/>
                          <a:sym typeface="Open Sans"/>
                        </a:rPr>
                        <a:t>2. </a:t>
                      </a:r>
                      <a:r>
                        <a:rPr lang="en-IN" sz="2800" b="1" dirty="0">
                          <a:solidFill>
                            <a:schemeClr val="tx1"/>
                          </a:solidFill>
                        </a:rPr>
                        <a:t>Weak Password Policy</a:t>
                      </a:r>
                      <a:endParaRPr sz="2800" b="1" u="none" strike="noStrike" cap="none" dirty="0">
                        <a:solidFill>
                          <a:schemeClr val="tx1"/>
                        </a:solidFill>
                        <a:latin typeface="Open Sans"/>
                        <a:ea typeface="Open Sans"/>
                        <a:cs typeface="Open Sans"/>
                        <a:sym typeface="Open Sans"/>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574757">
                <a:tc>
                  <a:txBody>
                    <a:bodyPr/>
                    <a:lstStyle/>
                    <a:p>
                      <a:pPr marL="0" marR="0" lvl="0" indent="0" algn="l" rtl="0">
                        <a:lnSpc>
                          <a:spcPct val="100000"/>
                        </a:lnSpc>
                        <a:spcBef>
                          <a:spcPts val="0"/>
                        </a:spcBef>
                        <a:spcAft>
                          <a:spcPts val="0"/>
                        </a:spcAft>
                        <a:buClr>
                          <a:srgbClr val="000000"/>
                        </a:buClr>
                        <a:buSzPts val="1600"/>
                        <a:buFont typeface="Arial"/>
                        <a:buNone/>
                      </a:pPr>
                      <a:r>
                        <a:rPr lang="en" sz="2400" b="1" u="none" strike="noStrike" cap="none" dirty="0">
                          <a:solidFill>
                            <a:schemeClr val="tx1"/>
                          </a:solidFill>
                          <a:latin typeface="Open Sans"/>
                          <a:ea typeface="Open Sans"/>
                          <a:cs typeface="Open Sans"/>
                          <a:sym typeface="Open Sans"/>
                        </a:rPr>
                        <a:t>Description</a:t>
                      </a:r>
                      <a:endParaRPr sz="2400" b="1" i="1" u="none" strike="noStrike" cap="none" dirty="0">
                        <a:solidFill>
                          <a:schemeClr val="tx1"/>
                        </a:solidFill>
                        <a:latin typeface="Open Sans Light"/>
                        <a:ea typeface="Open Sans Light"/>
                        <a:cs typeface="Open Sans Light"/>
                        <a:sym typeface="Open Sans Light"/>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1550104">
                <a:tc>
                  <a:txBody>
                    <a:bodyPr/>
                    <a:lstStyle/>
                    <a:p>
                      <a:pPr marL="0" marR="0" lvl="0" indent="0" algn="l" rtl="0">
                        <a:lnSpc>
                          <a:spcPct val="100000"/>
                        </a:lnSpc>
                        <a:spcBef>
                          <a:spcPts val="0"/>
                        </a:spcBef>
                        <a:spcAft>
                          <a:spcPts val="0"/>
                        </a:spcAft>
                        <a:buClr>
                          <a:srgbClr val="000000"/>
                        </a:buClr>
                        <a:buSzPts val="1600"/>
                        <a:buFont typeface="Arial"/>
                        <a:buNone/>
                      </a:pPr>
                      <a:endParaRPr sz="1600" i="1" u="none" strike="noStrike" cap="none" dirty="0">
                        <a:solidFill>
                          <a:srgbClr val="525C65"/>
                        </a:solidFill>
                        <a:latin typeface="Open Sans Light"/>
                        <a:ea typeface="Open Sans Light"/>
                        <a:cs typeface="Open Sans Light"/>
                        <a:sym typeface="Open Sans Light"/>
                      </a:endParaRPr>
                    </a:p>
                    <a:p>
                      <a:pPr marL="0" marR="0" lvl="0" indent="0" algn="l" rtl="0">
                        <a:lnSpc>
                          <a:spcPct val="100000"/>
                        </a:lnSpc>
                        <a:spcBef>
                          <a:spcPts val="0"/>
                        </a:spcBef>
                        <a:spcAft>
                          <a:spcPts val="0"/>
                        </a:spcAft>
                        <a:buClr>
                          <a:srgbClr val="000000"/>
                        </a:buClr>
                        <a:buSzPts val="1600"/>
                        <a:buFont typeface="Arial"/>
                        <a:buNone/>
                      </a:pPr>
                      <a:r>
                        <a:rPr lang="en-US" sz="1800" b="0" i="0" u="none" strike="noStrike" cap="none" dirty="0">
                          <a:solidFill>
                            <a:schemeClr val="tx1"/>
                          </a:solidFill>
                          <a:effectLst/>
                          <a:latin typeface="Arial"/>
                          <a:ea typeface="Arial"/>
                          <a:cs typeface="Arial"/>
                          <a:sym typeface="Arial"/>
                        </a:rPr>
                        <a:t>Login systems that let users create simple, short, or common passwords raise the chances of brute-force or credential stuffing attacks. </a:t>
                      </a:r>
                      <a:endParaRPr sz="2000" i="1" u="none" strike="noStrike" cap="none" dirty="0">
                        <a:solidFill>
                          <a:schemeClr val="tx1"/>
                        </a:solidFill>
                        <a:latin typeface="Open Sans Light"/>
                        <a:ea typeface="Open Sans Light"/>
                        <a:cs typeface="Open Sans Light"/>
                        <a:sym typeface="Open Sans Light"/>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641227">
                <a:tc>
                  <a:txBody>
                    <a:bodyPr/>
                    <a:lstStyle/>
                    <a:p>
                      <a:pPr marL="0" marR="0" lvl="0" indent="0" algn="l" rtl="0">
                        <a:lnSpc>
                          <a:spcPct val="100000"/>
                        </a:lnSpc>
                        <a:spcBef>
                          <a:spcPts val="0"/>
                        </a:spcBef>
                        <a:spcAft>
                          <a:spcPts val="0"/>
                        </a:spcAft>
                        <a:buClr>
                          <a:srgbClr val="000000"/>
                        </a:buClr>
                        <a:buSzPts val="1600"/>
                        <a:buFont typeface="Arial"/>
                        <a:buNone/>
                      </a:pPr>
                      <a:r>
                        <a:rPr lang="en" sz="2800" b="1" u="none" strike="noStrike" cap="none" dirty="0">
                          <a:solidFill>
                            <a:schemeClr val="tx1"/>
                          </a:solidFill>
                          <a:latin typeface="Open Sans"/>
                          <a:ea typeface="Open Sans"/>
                          <a:cs typeface="Open Sans"/>
                          <a:sym typeface="Open Sans"/>
                        </a:rPr>
                        <a:t>Risk</a:t>
                      </a:r>
                      <a:endParaRPr sz="2800" b="1" u="none" strike="noStrike" cap="none" dirty="0">
                        <a:solidFill>
                          <a:schemeClr val="tx1"/>
                        </a:solidFill>
                        <a:latin typeface="Open Sans"/>
                        <a:ea typeface="Open Sans"/>
                        <a:cs typeface="Open Sans"/>
                        <a:sym typeface="Open Sans"/>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1263059">
                <a:tc>
                  <a:txBody>
                    <a:bodyPr/>
                    <a:lstStyle/>
                    <a:p>
                      <a:pPr marL="0" marR="0" lvl="0" indent="0" algn="l" rtl="0">
                        <a:lnSpc>
                          <a:spcPct val="100000"/>
                        </a:lnSpc>
                        <a:spcBef>
                          <a:spcPts val="0"/>
                        </a:spcBef>
                        <a:spcAft>
                          <a:spcPts val="0"/>
                        </a:spcAft>
                        <a:buClr>
                          <a:srgbClr val="000000"/>
                        </a:buClr>
                        <a:buSzPts val="1600"/>
                        <a:buFont typeface="Arial"/>
                        <a:buNone/>
                      </a:pPr>
                      <a:r>
                        <a:rPr lang="en-US" sz="1800" b="0" i="0" u="none" strike="noStrike" cap="none" dirty="0">
                          <a:solidFill>
                            <a:srgbClr val="000000"/>
                          </a:solidFill>
                          <a:effectLst/>
                          <a:latin typeface="Arial"/>
                          <a:ea typeface="Arial"/>
                          <a:cs typeface="Arial"/>
                          <a:sym typeface="Arial"/>
                        </a:rPr>
                        <a:t>Weak passwords make it easy for attackers to gain unauthorized access, break into multiple accounts, and carry out fraudulent transactions. </a:t>
                      </a:r>
                      <a:endParaRPr sz="2000" i="1" u="none" strike="noStrike" cap="none" dirty="0">
                        <a:solidFill>
                          <a:srgbClr val="525C65"/>
                        </a:solidFill>
                        <a:latin typeface="Open Sans Light"/>
                        <a:ea typeface="Open Sans Light"/>
                        <a:cs typeface="Open Sans Light"/>
                        <a:sym typeface="Open Sans Light"/>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664069">
                <a:tc>
                  <a:txBody>
                    <a:bodyPr/>
                    <a:lstStyle/>
                    <a:p>
                      <a:pPr marL="0" marR="0" lvl="0" indent="0" algn="l" rtl="0">
                        <a:lnSpc>
                          <a:spcPct val="100000"/>
                        </a:lnSpc>
                        <a:spcBef>
                          <a:spcPts val="0"/>
                        </a:spcBef>
                        <a:spcAft>
                          <a:spcPts val="0"/>
                        </a:spcAft>
                        <a:buClr>
                          <a:srgbClr val="000000"/>
                        </a:buClr>
                        <a:buSzPts val="1600"/>
                        <a:buFont typeface="Arial"/>
                        <a:buNone/>
                      </a:pPr>
                      <a:r>
                        <a:rPr lang="en" sz="2800" b="1" u="none" strike="noStrike" cap="none" dirty="0">
                          <a:solidFill>
                            <a:schemeClr val="tx1"/>
                          </a:solidFill>
                          <a:latin typeface="Open Sans"/>
                          <a:ea typeface="Open Sans"/>
                          <a:cs typeface="Open Sans"/>
                          <a:sym typeface="Open Sans"/>
                        </a:rPr>
                        <a:t>Remediation</a:t>
                      </a:r>
                      <a:endParaRPr sz="2800" b="1" i="1" u="none" strike="noStrike" cap="none" dirty="0">
                        <a:solidFill>
                          <a:schemeClr val="tx1"/>
                        </a:solidFill>
                        <a:latin typeface="Open Sans"/>
                        <a:ea typeface="Open Sans"/>
                        <a:cs typeface="Open Sans"/>
                        <a:sym typeface="Open Sans"/>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1505907">
                <a:tc>
                  <a:txBody>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rgbClr val="000000"/>
                          </a:solidFill>
                          <a:effectLst/>
                          <a:latin typeface="Arial"/>
                          <a:ea typeface="Arial"/>
                          <a:cs typeface="Arial"/>
                          <a:sym typeface="Arial"/>
                        </a:rPr>
                        <a:t>Enforce a strong password policy with a minimum of 12 characters, including upper and lowercase letters, numbers, and symbols. Implement multi-factor authentication (MFA) to provide an additional layer of protection. Educate users by using password strength indicators and security prompts.</a:t>
                      </a:r>
                      <a:endParaRPr sz="1800" i="1" u="none" strike="noStrike" cap="none" dirty="0">
                        <a:solidFill>
                          <a:srgbClr val="525C65"/>
                        </a:solidFill>
                        <a:latin typeface="Open Sans Light"/>
                        <a:ea typeface="Open Sans Light"/>
                        <a:cs typeface="Open Sans Light"/>
                        <a:sym typeface="Open Sans Light"/>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7"/>
          <p:cNvSpPr txBox="1">
            <a:spLocks noGrp="1"/>
          </p:cNvSpPr>
          <p:nvPr>
            <p:ph type="title"/>
          </p:nvPr>
        </p:nvSpPr>
        <p:spPr>
          <a:xfrm>
            <a:off x="233775" y="791155"/>
            <a:ext cx="6390529" cy="1018091"/>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200"/>
              <a:buFont typeface="Open Sans Light"/>
              <a:buNone/>
            </a:pPr>
            <a:r>
              <a:rPr lang="en" sz="2824" b="0" i="0" u="none" strike="noStrike" cap="none">
                <a:solidFill>
                  <a:srgbClr val="02B3E4"/>
                </a:solidFill>
                <a:latin typeface="Open Sans Light"/>
                <a:ea typeface="Open Sans Light"/>
                <a:cs typeface="Open Sans Light"/>
                <a:sym typeface="Open Sans Light"/>
              </a:rPr>
              <a:t>Vulnerabilities and remediation</a:t>
            </a:r>
            <a:endParaRPr/>
          </a:p>
        </p:txBody>
      </p:sp>
      <p:graphicFrame>
        <p:nvGraphicFramePr>
          <p:cNvPr id="237" name="Google Shape;237;p17"/>
          <p:cNvGraphicFramePr/>
          <p:nvPr>
            <p:extLst>
              <p:ext uri="{D42A27DB-BD31-4B8C-83A1-F6EECF244321}">
                <p14:modId xmlns:p14="http://schemas.microsoft.com/office/powerpoint/2010/main" val="4198319954"/>
              </p:ext>
            </p:extLst>
          </p:nvPr>
        </p:nvGraphicFramePr>
        <p:xfrm>
          <a:off x="233696" y="1606061"/>
          <a:ext cx="6390529" cy="6827429"/>
        </p:xfrm>
        <a:graphic>
          <a:graphicData uri="http://schemas.openxmlformats.org/drawingml/2006/table">
            <a:tbl>
              <a:tblPr>
                <a:noFill/>
                <a:tableStyleId>{26DBA037-5822-4F53-A53A-243C1EEF8FA9}</a:tableStyleId>
              </a:tblPr>
              <a:tblGrid>
                <a:gridCol w="6390529">
                  <a:extLst>
                    <a:ext uri="{9D8B030D-6E8A-4147-A177-3AD203B41FA5}">
                      <a16:colId xmlns:a16="http://schemas.microsoft.com/office/drawing/2014/main" val="20000"/>
                    </a:ext>
                  </a:extLst>
                </a:gridCol>
              </a:tblGrid>
              <a:tr h="682409">
                <a:tc>
                  <a:txBody>
                    <a:bodyPr/>
                    <a:lstStyle/>
                    <a:p>
                      <a:pPr marL="0" marR="0" lvl="0" indent="0" algn="ctr" rtl="0">
                        <a:lnSpc>
                          <a:spcPct val="115000"/>
                        </a:lnSpc>
                        <a:spcBef>
                          <a:spcPts val="0"/>
                        </a:spcBef>
                        <a:spcAft>
                          <a:spcPts val="0"/>
                        </a:spcAft>
                        <a:buClr>
                          <a:srgbClr val="000000"/>
                        </a:buClr>
                        <a:buSzPts val="1600"/>
                        <a:buFont typeface="Arial"/>
                        <a:buNone/>
                      </a:pPr>
                      <a:r>
                        <a:rPr lang="en" sz="2800" b="1" u="none" strike="noStrike" cap="none" dirty="0">
                          <a:solidFill>
                            <a:schemeClr val="tx1"/>
                          </a:solidFill>
                          <a:latin typeface="Open Sans"/>
                          <a:ea typeface="Open Sans"/>
                          <a:cs typeface="Open Sans"/>
                          <a:sym typeface="Open Sans"/>
                        </a:rPr>
                        <a:t>3.</a:t>
                      </a:r>
                      <a:r>
                        <a:rPr lang="en-IN" sz="2800" b="1" dirty="0">
                          <a:solidFill>
                            <a:schemeClr val="tx1"/>
                          </a:solidFill>
                        </a:rPr>
                        <a:t> Session Hijacking</a:t>
                      </a:r>
                      <a:endParaRPr sz="2800" b="1" u="none" strike="noStrike" cap="none" dirty="0">
                        <a:solidFill>
                          <a:schemeClr val="tx1"/>
                        </a:solidFill>
                        <a:latin typeface="Open Sans"/>
                        <a:ea typeface="Open Sans"/>
                        <a:cs typeface="Open Sans"/>
                        <a:sym typeface="Open Sans"/>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496551">
                <a:tc>
                  <a:txBody>
                    <a:bodyPr/>
                    <a:lstStyle/>
                    <a:p>
                      <a:pPr marL="0" marR="0" lvl="0" indent="0" algn="l" rtl="0">
                        <a:lnSpc>
                          <a:spcPct val="100000"/>
                        </a:lnSpc>
                        <a:spcBef>
                          <a:spcPts val="0"/>
                        </a:spcBef>
                        <a:spcAft>
                          <a:spcPts val="0"/>
                        </a:spcAft>
                        <a:buClr>
                          <a:srgbClr val="000000"/>
                        </a:buClr>
                        <a:buSzPts val="1600"/>
                        <a:buFont typeface="Arial"/>
                        <a:buNone/>
                      </a:pPr>
                      <a:r>
                        <a:rPr lang="en" sz="2000" b="1" u="none" strike="noStrike" cap="none" dirty="0">
                          <a:solidFill>
                            <a:schemeClr val="tx1"/>
                          </a:solidFill>
                          <a:latin typeface="Open Sans"/>
                          <a:ea typeface="Open Sans"/>
                          <a:cs typeface="Open Sans"/>
                          <a:sym typeface="Open Sans"/>
                        </a:rPr>
                        <a:t>Description</a:t>
                      </a:r>
                      <a:endParaRPr sz="2000" b="1" i="1" u="none" strike="noStrike" cap="none" dirty="0">
                        <a:solidFill>
                          <a:schemeClr val="tx1"/>
                        </a:solidFill>
                        <a:latin typeface="Open Sans Light"/>
                        <a:ea typeface="Open Sans Light"/>
                        <a:cs typeface="Open Sans Light"/>
                        <a:sym typeface="Open Sans Light"/>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1281103">
                <a:tc>
                  <a:txBody>
                    <a:bodyPr/>
                    <a:lstStyle/>
                    <a:p>
                      <a:pPr marL="0" marR="0" lvl="0" indent="0" algn="l" rtl="0">
                        <a:lnSpc>
                          <a:spcPct val="100000"/>
                        </a:lnSpc>
                        <a:spcBef>
                          <a:spcPts val="0"/>
                        </a:spcBef>
                        <a:spcAft>
                          <a:spcPts val="0"/>
                        </a:spcAft>
                        <a:buClr>
                          <a:srgbClr val="000000"/>
                        </a:buClr>
                        <a:buSzPts val="1600"/>
                        <a:buFont typeface="Arial"/>
                        <a:buNone/>
                      </a:pPr>
                      <a:r>
                        <a:rPr lang="en-US" sz="1800" b="0" i="0" u="none" strike="noStrike" cap="none" dirty="0">
                          <a:solidFill>
                            <a:srgbClr val="000000"/>
                          </a:solidFill>
                          <a:effectLst/>
                          <a:latin typeface="Arial"/>
                          <a:ea typeface="Arial"/>
                          <a:cs typeface="Arial"/>
                          <a:sym typeface="Arial"/>
                        </a:rPr>
                        <a:t>This happens when attackers steal valid session tokens through cookies, network sniffing, or cross-site scripting. They then use these tokens to impersonate real users.</a:t>
                      </a:r>
                      <a:endParaRPr sz="2000" i="1" u="none" strike="noStrike" cap="none" dirty="0">
                        <a:solidFill>
                          <a:srgbClr val="525C65"/>
                        </a:solidFill>
                        <a:latin typeface="Open Sans Light"/>
                        <a:ea typeface="Open Sans Light"/>
                        <a:cs typeface="Open Sans Light"/>
                        <a:sym typeface="Open Sans Light"/>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592851">
                <a:tc>
                  <a:txBody>
                    <a:bodyPr/>
                    <a:lstStyle/>
                    <a:p>
                      <a:pPr marL="0" marR="0" lvl="0" indent="0" algn="l" rtl="0">
                        <a:lnSpc>
                          <a:spcPct val="100000"/>
                        </a:lnSpc>
                        <a:spcBef>
                          <a:spcPts val="0"/>
                        </a:spcBef>
                        <a:spcAft>
                          <a:spcPts val="0"/>
                        </a:spcAft>
                        <a:buClr>
                          <a:srgbClr val="000000"/>
                        </a:buClr>
                        <a:buSzPts val="1600"/>
                        <a:buFont typeface="Arial"/>
                        <a:buNone/>
                      </a:pPr>
                      <a:r>
                        <a:rPr lang="en" sz="2400" b="1" u="none" strike="noStrike" cap="none" dirty="0">
                          <a:solidFill>
                            <a:schemeClr val="tx1"/>
                          </a:solidFill>
                          <a:latin typeface="Open Sans"/>
                          <a:ea typeface="Open Sans"/>
                          <a:cs typeface="Open Sans"/>
                          <a:sym typeface="Open Sans"/>
                        </a:rPr>
                        <a:t>Risk</a:t>
                      </a:r>
                      <a:endParaRPr sz="2400" b="1" u="none" strike="noStrike" cap="none" dirty="0">
                        <a:solidFill>
                          <a:schemeClr val="tx1"/>
                        </a:solidFill>
                        <a:latin typeface="Open Sans"/>
                        <a:ea typeface="Open Sans"/>
                        <a:cs typeface="Open Sans"/>
                        <a:sym typeface="Open Sans"/>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1367706">
                <a:tc>
                  <a:txBody>
                    <a:bodyPr/>
                    <a:lstStyle/>
                    <a:p>
                      <a:pPr marL="0" marR="0" lvl="0" indent="0" algn="l" rtl="0">
                        <a:lnSpc>
                          <a:spcPct val="100000"/>
                        </a:lnSpc>
                        <a:spcBef>
                          <a:spcPts val="0"/>
                        </a:spcBef>
                        <a:spcAft>
                          <a:spcPts val="0"/>
                        </a:spcAft>
                        <a:buClr>
                          <a:srgbClr val="000000"/>
                        </a:buClr>
                        <a:buSzPts val="1600"/>
                        <a:buFont typeface="Arial"/>
                        <a:buNone/>
                      </a:pPr>
                      <a:r>
                        <a:rPr lang="en-US" sz="1800" b="0" i="0" u="none" strike="noStrike" cap="none" dirty="0">
                          <a:solidFill>
                            <a:srgbClr val="000000"/>
                          </a:solidFill>
                          <a:effectLst/>
                          <a:latin typeface="Arial"/>
                          <a:ea typeface="Arial"/>
                          <a:cs typeface="Arial"/>
                          <a:sym typeface="Arial"/>
                        </a:rPr>
                        <a:t>Attackers can gain complete access to user accounts. They can perform unauthorized actions, such as making transactions or changing account details</a:t>
                      </a:r>
                      <a:r>
                        <a:rPr lang="en-US" sz="1400" b="0" i="0" u="none" strike="noStrike" cap="none" dirty="0">
                          <a:solidFill>
                            <a:srgbClr val="000000"/>
                          </a:solidFill>
                          <a:effectLst/>
                          <a:latin typeface="Arial"/>
                          <a:ea typeface="Arial"/>
                          <a:cs typeface="Arial"/>
                          <a:sym typeface="Arial"/>
                        </a:rPr>
                        <a:t>.</a:t>
                      </a:r>
                      <a:endParaRPr sz="1600" i="1" u="none" strike="noStrike" cap="none" dirty="0">
                        <a:solidFill>
                          <a:srgbClr val="525C65"/>
                        </a:solidFill>
                        <a:latin typeface="Open Sans Light"/>
                        <a:ea typeface="Open Sans Light"/>
                        <a:cs typeface="Open Sans Light"/>
                        <a:sym typeface="Open Sans Light"/>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460279">
                <a:tc>
                  <a:txBody>
                    <a:bodyPr/>
                    <a:lstStyle/>
                    <a:p>
                      <a:pPr marL="0" marR="0" lvl="0" indent="0" algn="l" rtl="0">
                        <a:lnSpc>
                          <a:spcPct val="100000"/>
                        </a:lnSpc>
                        <a:spcBef>
                          <a:spcPts val="0"/>
                        </a:spcBef>
                        <a:spcAft>
                          <a:spcPts val="0"/>
                        </a:spcAft>
                        <a:buClr>
                          <a:srgbClr val="000000"/>
                        </a:buClr>
                        <a:buSzPts val="1600"/>
                        <a:buFont typeface="Arial"/>
                        <a:buNone/>
                      </a:pPr>
                      <a:r>
                        <a:rPr lang="en" sz="2400" b="1" u="none" strike="noStrike" cap="none" dirty="0">
                          <a:solidFill>
                            <a:schemeClr val="tx1"/>
                          </a:solidFill>
                          <a:latin typeface="Open Sans"/>
                          <a:ea typeface="Open Sans"/>
                          <a:cs typeface="Open Sans"/>
                          <a:sym typeface="Open Sans"/>
                        </a:rPr>
                        <a:t>Remediation</a:t>
                      </a:r>
                      <a:endParaRPr sz="2400" b="1" i="1" u="none" strike="noStrike" cap="none" dirty="0">
                        <a:solidFill>
                          <a:schemeClr val="tx1"/>
                        </a:solidFill>
                        <a:latin typeface="Open Sans"/>
                        <a:ea typeface="Open Sans"/>
                        <a:cs typeface="Open Sans"/>
                        <a:sym typeface="Open Sans"/>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1879699">
                <a:tc>
                  <a:txBody>
                    <a:bodyPr/>
                    <a:lstStyle/>
                    <a:p>
                      <a:pPr marL="0" marR="0" lvl="0" indent="0" algn="l" rtl="0">
                        <a:lnSpc>
                          <a:spcPct val="100000"/>
                        </a:lnSpc>
                        <a:spcBef>
                          <a:spcPts val="0"/>
                        </a:spcBef>
                        <a:spcAft>
                          <a:spcPts val="0"/>
                        </a:spcAft>
                        <a:buClr>
                          <a:srgbClr val="000000"/>
                        </a:buClr>
                        <a:buSzPts val="1600"/>
                        <a:buFont typeface="Arial"/>
                        <a:buNone/>
                      </a:pPr>
                      <a:r>
                        <a:rPr lang="en-US" sz="1800" b="0" i="0" u="none" strike="noStrike" cap="none" dirty="0">
                          <a:solidFill>
                            <a:srgbClr val="000000"/>
                          </a:solidFill>
                          <a:effectLst/>
                          <a:latin typeface="Arial"/>
                          <a:ea typeface="Arial"/>
                          <a:cs typeface="Arial"/>
                          <a:sym typeface="Arial"/>
                        </a:rPr>
                        <a:t>Use secure, HTTP-only, and same-site cookies for session tokens.</a:t>
                      </a:r>
                    </a:p>
                    <a:p>
                      <a:pPr marL="0" marR="0" lvl="0" indent="0" algn="l" rtl="0">
                        <a:lnSpc>
                          <a:spcPct val="100000"/>
                        </a:lnSpc>
                        <a:spcBef>
                          <a:spcPts val="0"/>
                        </a:spcBef>
                        <a:spcAft>
                          <a:spcPts val="0"/>
                        </a:spcAft>
                        <a:buClr>
                          <a:srgbClr val="000000"/>
                        </a:buClr>
                        <a:buSzPts val="1600"/>
                        <a:buFont typeface="Arial"/>
                        <a:buNone/>
                      </a:pPr>
                      <a:r>
                        <a:rPr lang="en-US" sz="1800" b="0" i="0" u="none" strike="noStrike" cap="none" dirty="0">
                          <a:solidFill>
                            <a:srgbClr val="000000"/>
                          </a:solidFill>
                          <a:effectLst/>
                          <a:latin typeface="Arial"/>
                          <a:ea typeface="Arial"/>
                          <a:cs typeface="Arial"/>
                          <a:sym typeface="Arial"/>
                        </a:rPr>
                        <a:t> Enforce session expiration and automatic logout after inactivity.</a:t>
                      </a:r>
                    </a:p>
                    <a:p>
                      <a:pPr marL="0" marR="0" lvl="0" indent="0" algn="l" rtl="0">
                        <a:lnSpc>
                          <a:spcPct val="100000"/>
                        </a:lnSpc>
                        <a:spcBef>
                          <a:spcPts val="0"/>
                        </a:spcBef>
                        <a:spcAft>
                          <a:spcPts val="0"/>
                        </a:spcAft>
                        <a:buClr>
                          <a:srgbClr val="000000"/>
                        </a:buClr>
                        <a:buSzPts val="1600"/>
                        <a:buFont typeface="Arial"/>
                        <a:buNone/>
                      </a:pPr>
                      <a:r>
                        <a:rPr lang="en-US" sz="1800" b="0" i="0" u="none" strike="noStrike" cap="none" dirty="0">
                          <a:solidFill>
                            <a:srgbClr val="000000"/>
                          </a:solidFill>
                          <a:effectLst/>
                          <a:latin typeface="Arial"/>
                          <a:ea typeface="Arial"/>
                          <a:cs typeface="Arial"/>
                          <a:sym typeface="Arial"/>
                        </a:rPr>
                        <a:t> Implement HTTPS encryption across the entire site and regenerate session IDs after login.</a:t>
                      </a:r>
                      <a:endParaRPr sz="2000" i="1" u="none" strike="noStrike" cap="none" dirty="0">
                        <a:solidFill>
                          <a:srgbClr val="525C65"/>
                        </a:solidFill>
                        <a:latin typeface="Open Sans Light"/>
                        <a:ea typeface="Open Sans Light"/>
                        <a:cs typeface="Open Sans Light"/>
                        <a:sym typeface="Open Sans Light"/>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18"/>
          <p:cNvSpPr txBox="1">
            <a:spLocks noGrp="1"/>
          </p:cNvSpPr>
          <p:nvPr>
            <p:ph type="title"/>
          </p:nvPr>
        </p:nvSpPr>
        <p:spPr>
          <a:xfrm>
            <a:off x="233775" y="902357"/>
            <a:ext cx="6390529" cy="988147"/>
          </a:xfrm>
          <a:prstGeom prst="rect">
            <a:avLst/>
          </a:prstGeom>
          <a:noFill/>
          <a:ln>
            <a:noFill/>
          </a:ln>
        </p:spPr>
        <p:txBody>
          <a:bodyPr spcFirstLastPara="1" wrap="square" lIns="80650" tIns="80650" rIns="80650" bIns="80650" anchor="ctr" anchorCtr="0">
            <a:noAutofit/>
          </a:bodyPr>
          <a:lstStyle/>
          <a:p>
            <a:pPr marL="0" lvl="0" indent="0" algn="l" rtl="0">
              <a:lnSpc>
                <a:spcPct val="100000"/>
              </a:lnSpc>
              <a:spcBef>
                <a:spcPts val="0"/>
              </a:spcBef>
              <a:spcAft>
                <a:spcPts val="0"/>
              </a:spcAft>
              <a:buSzPts val="3200"/>
              <a:buFont typeface="Open Sans Light"/>
              <a:buNone/>
            </a:pPr>
            <a:r>
              <a:rPr lang="en"/>
              <a:t>Create a threat Matrix</a:t>
            </a:r>
            <a:endParaRPr/>
          </a:p>
        </p:txBody>
      </p:sp>
      <p:sp>
        <p:nvSpPr>
          <p:cNvPr id="243" name="Google Shape;243;p18"/>
          <p:cNvSpPr txBox="1">
            <a:spLocks noGrp="1"/>
          </p:cNvSpPr>
          <p:nvPr>
            <p:ph type="body" idx="1"/>
          </p:nvPr>
        </p:nvSpPr>
        <p:spPr>
          <a:xfrm>
            <a:off x="233775" y="2123055"/>
            <a:ext cx="6390529" cy="5895000"/>
          </a:xfrm>
          <a:prstGeom prst="rect">
            <a:avLst/>
          </a:prstGeom>
          <a:noFill/>
          <a:ln>
            <a:noFill/>
          </a:ln>
        </p:spPr>
        <p:txBody>
          <a:bodyPr spcFirstLastPara="1" wrap="square" lIns="80650" tIns="80650" rIns="80650" bIns="80650" anchor="t" anchorCtr="0">
            <a:noAutofit/>
          </a:bodyPr>
          <a:lstStyle/>
          <a:p>
            <a:pPr marL="0" lvl="0" indent="0" algn="l" rtl="0">
              <a:lnSpc>
                <a:spcPct val="115000"/>
              </a:lnSpc>
              <a:spcBef>
                <a:spcPts val="0"/>
              </a:spcBef>
              <a:spcAft>
                <a:spcPts val="0"/>
              </a:spcAft>
              <a:buSzPts val="1800"/>
              <a:buNone/>
            </a:pPr>
            <a:r>
              <a:rPr lang="en" b="1" dirty="0">
                <a:latin typeface="Open Sans"/>
                <a:ea typeface="Open Sans"/>
                <a:cs typeface="Open Sans"/>
                <a:sym typeface="Open Sans"/>
              </a:rPr>
              <a:t>Dissect and categorize the 3 vulnerabilities that you have identified for the login system. Understanding these vulnerabilities from a strategic viewpoint will enable the company to allocate resources efficiently, prioritize remediation efforts, and maintain CryptoV4ult's reputation as a secure and reliable platform.</a:t>
            </a:r>
            <a:endParaRPr b="1" dirty="0">
              <a:latin typeface="Open Sans"/>
              <a:ea typeface="Open Sans"/>
              <a:cs typeface="Open Sans"/>
              <a:sym typeface="Open Sans"/>
            </a:endParaRPr>
          </a:p>
          <a:p>
            <a:pPr marL="0" lvl="0" indent="0" algn="l" rtl="0">
              <a:lnSpc>
                <a:spcPct val="115000"/>
              </a:lnSpc>
              <a:spcBef>
                <a:spcPts val="0"/>
              </a:spcBef>
              <a:spcAft>
                <a:spcPts val="0"/>
              </a:spcAft>
              <a:buSzPts val="1800"/>
              <a:buNone/>
            </a:pPr>
            <a:endParaRPr b="1" dirty="0">
              <a:latin typeface="Open Sans"/>
              <a:ea typeface="Open Sans"/>
              <a:cs typeface="Open Sans"/>
              <a:sym typeface="Open Sans"/>
            </a:endParaRPr>
          </a:p>
          <a:p>
            <a:pPr marL="403433" lvl="0" indent="-302575" algn="l" rtl="0">
              <a:lnSpc>
                <a:spcPct val="115000"/>
              </a:lnSpc>
              <a:spcBef>
                <a:spcPts val="0"/>
              </a:spcBef>
              <a:spcAft>
                <a:spcPts val="0"/>
              </a:spcAft>
              <a:buSzPts val="1800"/>
              <a:buFont typeface="Open Sans Light"/>
              <a:buChar char="●"/>
            </a:pPr>
            <a:r>
              <a:rPr lang="en" i="1" dirty="0"/>
              <a:t>For each identified vulnerability, critically assess its potential to disrupt CryptoV4ult's operational functionality, erode customer trust, and impact financial stability. </a:t>
            </a:r>
            <a:r>
              <a:rPr lang="en" b="1" i="1" dirty="0">
                <a:latin typeface="Open Sans"/>
                <a:ea typeface="Open Sans"/>
                <a:cs typeface="Open Sans"/>
                <a:sym typeface="Open Sans"/>
              </a:rPr>
              <a:t>Assign an impact level of 'Low', 'Medium', or 'High' </a:t>
            </a:r>
            <a:r>
              <a:rPr lang="en" i="1" dirty="0"/>
              <a:t>based on the evaluated potential consequences.</a:t>
            </a:r>
            <a:endParaRPr i="1" dirty="0"/>
          </a:p>
          <a:p>
            <a:pPr marL="403433" lvl="0" indent="-302575" algn="l" rtl="0">
              <a:lnSpc>
                <a:spcPct val="115000"/>
              </a:lnSpc>
              <a:spcBef>
                <a:spcPts val="0"/>
              </a:spcBef>
              <a:spcAft>
                <a:spcPts val="0"/>
              </a:spcAft>
              <a:buSzPts val="1800"/>
              <a:buFont typeface="Open Sans Light"/>
              <a:buChar char="●"/>
            </a:pPr>
            <a:r>
              <a:rPr lang="en" i="1" dirty="0"/>
              <a:t>Analyze the complexity and feasibility of exploiting each identified vulnerability. Consider the sophistication required for exploitation and the accessibility of the vulnerability to potential attackers. </a:t>
            </a:r>
            <a:r>
              <a:rPr lang="en" b="1" i="1" dirty="0">
                <a:latin typeface="Open Sans"/>
                <a:ea typeface="Open Sans"/>
                <a:cs typeface="Open Sans"/>
                <a:sym typeface="Open Sans"/>
              </a:rPr>
              <a:t>Rate the likelihood of exploitation as 'Low', 'Medium', or 'High'</a:t>
            </a:r>
            <a:r>
              <a:rPr lang="en" i="1" dirty="0"/>
              <a:t>.</a:t>
            </a:r>
            <a:endParaRPr i="1" dirty="0"/>
          </a:p>
          <a:p>
            <a:pPr marL="403433" lvl="0" indent="-302575" algn="l" rtl="0">
              <a:lnSpc>
                <a:spcPct val="115000"/>
              </a:lnSpc>
              <a:spcBef>
                <a:spcPts val="0"/>
              </a:spcBef>
              <a:spcAft>
                <a:spcPts val="0"/>
              </a:spcAft>
              <a:buSzPts val="1800"/>
              <a:buFont typeface="Open Sans Light"/>
              <a:buChar char="●"/>
            </a:pPr>
            <a:r>
              <a:rPr lang="en" i="1" dirty="0"/>
              <a:t>Utilize the provided risk matrix framework to </a:t>
            </a:r>
            <a:r>
              <a:rPr lang="en" b="1" i="1" dirty="0">
                <a:latin typeface="Open Sans"/>
                <a:ea typeface="Open Sans"/>
                <a:cs typeface="Open Sans"/>
                <a:sym typeface="Open Sans"/>
              </a:rPr>
              <a:t>map out the vulnerabilities</a:t>
            </a:r>
            <a:r>
              <a:rPr lang="en" i="1" dirty="0"/>
              <a:t> according to your assessments of their impact and exploit likelihood. </a:t>
            </a:r>
            <a:endParaRPr i="1"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19"/>
          <p:cNvSpPr txBox="1">
            <a:spLocks noGrp="1"/>
          </p:cNvSpPr>
          <p:nvPr>
            <p:ph type="title"/>
          </p:nvPr>
        </p:nvSpPr>
        <p:spPr>
          <a:xfrm>
            <a:off x="233775" y="791155"/>
            <a:ext cx="6390529" cy="1018091"/>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200"/>
              <a:buFont typeface="Open Sans Light"/>
              <a:buNone/>
            </a:pPr>
            <a:r>
              <a:rPr lang="en" sz="2824" b="0" i="0" u="none" strike="noStrike" cap="none">
                <a:solidFill>
                  <a:srgbClr val="02B3E4"/>
                </a:solidFill>
                <a:latin typeface="Open Sans Light"/>
                <a:ea typeface="Open Sans Light"/>
                <a:cs typeface="Open Sans Light"/>
                <a:sym typeface="Open Sans Light"/>
              </a:rPr>
              <a:t>Threat Matrix</a:t>
            </a:r>
            <a:endParaRPr/>
          </a:p>
        </p:txBody>
      </p:sp>
      <p:graphicFrame>
        <p:nvGraphicFramePr>
          <p:cNvPr id="249" name="Google Shape;249;p19"/>
          <p:cNvGraphicFramePr/>
          <p:nvPr>
            <p:extLst>
              <p:ext uri="{D42A27DB-BD31-4B8C-83A1-F6EECF244321}">
                <p14:modId xmlns:p14="http://schemas.microsoft.com/office/powerpoint/2010/main" val="1129769784"/>
              </p:ext>
            </p:extLst>
          </p:nvPr>
        </p:nvGraphicFramePr>
        <p:xfrm>
          <a:off x="169346" y="1574157"/>
          <a:ext cx="6390528" cy="2476981"/>
        </p:xfrm>
        <a:graphic>
          <a:graphicData uri="http://schemas.openxmlformats.org/drawingml/2006/table">
            <a:tbl>
              <a:tblPr>
                <a:noFill/>
                <a:tableStyleId>{26DBA037-5822-4F53-A53A-243C1EEF8FA9}</a:tableStyleId>
              </a:tblPr>
              <a:tblGrid>
                <a:gridCol w="2316926">
                  <a:extLst>
                    <a:ext uri="{9D8B030D-6E8A-4147-A177-3AD203B41FA5}">
                      <a16:colId xmlns:a16="http://schemas.microsoft.com/office/drawing/2014/main" val="20000"/>
                    </a:ext>
                  </a:extLst>
                </a:gridCol>
                <a:gridCol w="1943426">
                  <a:extLst>
                    <a:ext uri="{9D8B030D-6E8A-4147-A177-3AD203B41FA5}">
                      <a16:colId xmlns:a16="http://schemas.microsoft.com/office/drawing/2014/main" val="20001"/>
                    </a:ext>
                  </a:extLst>
                </a:gridCol>
                <a:gridCol w="2130176">
                  <a:extLst>
                    <a:ext uri="{9D8B030D-6E8A-4147-A177-3AD203B41FA5}">
                      <a16:colId xmlns:a16="http://schemas.microsoft.com/office/drawing/2014/main" val="20002"/>
                    </a:ext>
                  </a:extLst>
                </a:gridCol>
              </a:tblGrid>
              <a:tr h="877729">
                <a:tc>
                  <a:txBody>
                    <a:bodyPr/>
                    <a:lstStyle/>
                    <a:p>
                      <a:pPr marL="0" marR="0" lvl="0" indent="0" algn="ctr" rtl="0">
                        <a:lnSpc>
                          <a:spcPct val="100000"/>
                        </a:lnSpc>
                        <a:spcBef>
                          <a:spcPts val="0"/>
                        </a:spcBef>
                        <a:spcAft>
                          <a:spcPts val="0"/>
                        </a:spcAft>
                        <a:buClr>
                          <a:srgbClr val="000000"/>
                        </a:buClr>
                        <a:buSzPts val="1600"/>
                        <a:buFont typeface="Arial"/>
                        <a:buNone/>
                      </a:pPr>
                      <a:r>
                        <a:rPr lang="en" sz="1600" b="1" u="none" strike="noStrike" cap="none" dirty="0">
                          <a:solidFill>
                            <a:schemeClr val="dk1"/>
                          </a:solidFill>
                          <a:latin typeface="Open Sans"/>
                          <a:ea typeface="Open Sans"/>
                          <a:cs typeface="Open Sans"/>
                          <a:sym typeface="Open Sans"/>
                        </a:rPr>
                        <a:t>Pathway (Vulnerability)</a:t>
                      </a:r>
                      <a:endParaRPr sz="1600" b="1" u="none" strike="noStrike" cap="none" dirty="0">
                        <a:solidFill>
                          <a:schemeClr val="dk1"/>
                        </a:solidFill>
                        <a:latin typeface="Open Sans"/>
                        <a:ea typeface="Open Sans"/>
                        <a:cs typeface="Open Sans"/>
                        <a:sym typeface="Open Sans"/>
                      </a:endParaRPr>
                    </a:p>
                  </a:txBody>
                  <a:tcPr marL="80675" marR="80675" marT="80675" marB="80675"/>
                </a:tc>
                <a:tc>
                  <a:txBody>
                    <a:bodyPr/>
                    <a:lstStyle/>
                    <a:p>
                      <a:pPr marL="0" marR="0" lvl="0" indent="0" algn="ctr" rtl="0">
                        <a:lnSpc>
                          <a:spcPct val="100000"/>
                        </a:lnSpc>
                        <a:spcBef>
                          <a:spcPts val="0"/>
                        </a:spcBef>
                        <a:spcAft>
                          <a:spcPts val="0"/>
                        </a:spcAft>
                        <a:buClr>
                          <a:srgbClr val="000000"/>
                        </a:buClr>
                        <a:buSzPts val="1600"/>
                        <a:buFont typeface="Arial"/>
                        <a:buNone/>
                      </a:pPr>
                      <a:r>
                        <a:rPr lang="en" sz="1600" b="1" u="none" strike="noStrike" cap="none">
                          <a:solidFill>
                            <a:schemeClr val="dk1"/>
                          </a:solidFill>
                          <a:latin typeface="Open Sans"/>
                          <a:ea typeface="Open Sans"/>
                          <a:cs typeface="Open Sans"/>
                          <a:sym typeface="Open Sans"/>
                        </a:rPr>
                        <a:t>Impact Level</a:t>
                      </a:r>
                      <a:endParaRPr sz="1600" b="1" u="none" strike="noStrike" cap="none">
                        <a:solidFill>
                          <a:schemeClr val="dk1"/>
                        </a:solidFill>
                        <a:latin typeface="Open Sans"/>
                        <a:ea typeface="Open Sans"/>
                        <a:cs typeface="Open Sans"/>
                        <a:sym typeface="Open Sans"/>
                      </a:endParaRPr>
                    </a:p>
                  </a:txBody>
                  <a:tcPr marL="80675" marR="80675" marT="80675" marB="80675"/>
                </a:tc>
                <a:tc>
                  <a:txBody>
                    <a:bodyPr/>
                    <a:lstStyle/>
                    <a:p>
                      <a:pPr marL="0" marR="0" lvl="0" indent="0" algn="ctr" rtl="0">
                        <a:lnSpc>
                          <a:spcPct val="100000"/>
                        </a:lnSpc>
                        <a:spcBef>
                          <a:spcPts val="0"/>
                        </a:spcBef>
                        <a:spcAft>
                          <a:spcPts val="0"/>
                        </a:spcAft>
                        <a:buClr>
                          <a:srgbClr val="000000"/>
                        </a:buClr>
                        <a:buSzPts val="1600"/>
                        <a:buFont typeface="Arial"/>
                        <a:buNone/>
                      </a:pPr>
                      <a:r>
                        <a:rPr lang="en" sz="1600" b="1" u="none" strike="noStrike" cap="none">
                          <a:solidFill>
                            <a:schemeClr val="dk1"/>
                          </a:solidFill>
                          <a:latin typeface="Open Sans"/>
                          <a:ea typeface="Open Sans"/>
                          <a:cs typeface="Open Sans"/>
                          <a:sym typeface="Open Sans"/>
                        </a:rPr>
                        <a:t>Likelihood Level</a:t>
                      </a:r>
                      <a:endParaRPr sz="1600" b="1" u="none" strike="noStrike" cap="none">
                        <a:solidFill>
                          <a:schemeClr val="dk1"/>
                        </a:solidFill>
                        <a:latin typeface="Open Sans"/>
                        <a:ea typeface="Open Sans"/>
                        <a:cs typeface="Open Sans"/>
                        <a:sym typeface="Open Sans"/>
                      </a:endParaRPr>
                    </a:p>
                  </a:txBody>
                  <a:tcPr marL="80675" marR="80675" marT="80675" marB="80675"/>
                </a:tc>
                <a:extLst>
                  <a:ext uri="{0D108BD9-81ED-4DB2-BD59-A6C34878D82A}">
                    <a16:rowId xmlns:a16="http://schemas.microsoft.com/office/drawing/2014/main" val="10000"/>
                  </a:ext>
                </a:extLst>
              </a:tr>
              <a:tr h="533084">
                <a:tc>
                  <a:txBody>
                    <a:bodyPr/>
                    <a:lstStyle/>
                    <a:p>
                      <a:pPr marL="0" marR="0" lvl="0" indent="0" algn="ctr" rtl="0">
                        <a:lnSpc>
                          <a:spcPct val="100000"/>
                        </a:lnSpc>
                        <a:spcBef>
                          <a:spcPts val="0"/>
                        </a:spcBef>
                        <a:spcAft>
                          <a:spcPts val="0"/>
                        </a:spcAft>
                        <a:buClr>
                          <a:srgbClr val="000000"/>
                        </a:buClr>
                        <a:buSzPts val="1100"/>
                        <a:buFont typeface="Arial"/>
                        <a:buNone/>
                      </a:pPr>
                      <a:r>
                        <a:rPr lang="en-IN" sz="1600" dirty="0">
                          <a:solidFill>
                            <a:schemeClr val="tx1"/>
                          </a:solidFill>
                          <a:highlight>
                            <a:srgbClr val="FFFF00"/>
                          </a:highlight>
                        </a:rPr>
                        <a:t>SQL Injection</a:t>
                      </a:r>
                      <a:endParaRPr sz="1600" u="none" strike="noStrike" cap="none" dirty="0">
                        <a:solidFill>
                          <a:schemeClr val="tx1"/>
                        </a:solidFill>
                        <a:highlight>
                          <a:srgbClr val="FFFF00"/>
                        </a:highlight>
                        <a:latin typeface="Open Sans Medium"/>
                        <a:ea typeface="Open Sans Medium"/>
                        <a:cs typeface="Open Sans Medium"/>
                        <a:sym typeface="Open Sans Medium"/>
                      </a:endParaRPr>
                    </a:p>
                  </a:txBody>
                  <a:tcPr marL="80675" marR="80675" marT="80675" marB="80675" anchor="ctr"/>
                </a:tc>
                <a:tc>
                  <a:txBody>
                    <a:bodyPr/>
                    <a:lstStyle/>
                    <a:p>
                      <a:pPr marL="0" marR="0" lvl="0" indent="0" algn="ctr" rtl="0">
                        <a:lnSpc>
                          <a:spcPct val="100000"/>
                        </a:lnSpc>
                        <a:spcBef>
                          <a:spcPts val="0"/>
                        </a:spcBef>
                        <a:spcAft>
                          <a:spcPts val="0"/>
                        </a:spcAft>
                        <a:buClr>
                          <a:srgbClr val="000000"/>
                        </a:buClr>
                        <a:buSzPts val="1100"/>
                        <a:buFont typeface="Arial"/>
                        <a:buNone/>
                      </a:pPr>
                      <a:r>
                        <a:rPr lang="en-US" sz="1600" u="none" strike="noStrike" cap="none" dirty="0">
                          <a:solidFill>
                            <a:schemeClr val="tx1"/>
                          </a:solidFill>
                          <a:highlight>
                            <a:srgbClr val="FFFF00"/>
                          </a:highlight>
                          <a:latin typeface="Open Sans Medium"/>
                          <a:ea typeface="Open Sans Medium"/>
                          <a:cs typeface="Open Sans Medium"/>
                          <a:sym typeface="Open Sans Medium"/>
                        </a:rPr>
                        <a:t>High</a:t>
                      </a:r>
                      <a:endParaRPr sz="1600" u="none" strike="noStrike" cap="none" dirty="0">
                        <a:solidFill>
                          <a:schemeClr val="tx1"/>
                        </a:solidFill>
                        <a:highlight>
                          <a:srgbClr val="FFFF00"/>
                        </a:highlight>
                        <a:latin typeface="Open Sans Medium"/>
                        <a:ea typeface="Open Sans Medium"/>
                        <a:cs typeface="Open Sans Medium"/>
                        <a:sym typeface="Open Sans Medium"/>
                      </a:endParaRPr>
                    </a:p>
                  </a:txBody>
                  <a:tcPr marL="80675" marR="80675" marT="80675" marB="80675" anchor="ctr"/>
                </a:tc>
                <a:tc>
                  <a:txBody>
                    <a:bodyPr/>
                    <a:lstStyle/>
                    <a:p>
                      <a:pPr marL="0" marR="0" lvl="0" indent="0" algn="ctr" rtl="0">
                        <a:lnSpc>
                          <a:spcPct val="100000"/>
                        </a:lnSpc>
                        <a:spcBef>
                          <a:spcPts val="0"/>
                        </a:spcBef>
                        <a:spcAft>
                          <a:spcPts val="0"/>
                        </a:spcAft>
                        <a:buClr>
                          <a:srgbClr val="000000"/>
                        </a:buClr>
                        <a:buSzPts val="1100"/>
                        <a:buFont typeface="Arial"/>
                        <a:buNone/>
                      </a:pPr>
                      <a:r>
                        <a:rPr lang="en-US" sz="1600" u="none" strike="noStrike" cap="none" dirty="0">
                          <a:solidFill>
                            <a:schemeClr val="tx1"/>
                          </a:solidFill>
                          <a:highlight>
                            <a:srgbClr val="FFFF00"/>
                          </a:highlight>
                          <a:latin typeface="Open Sans Medium"/>
                          <a:ea typeface="Open Sans Medium"/>
                          <a:cs typeface="Open Sans Medium"/>
                          <a:sym typeface="Open Sans Medium"/>
                        </a:rPr>
                        <a:t>Medium</a:t>
                      </a:r>
                      <a:endParaRPr sz="1600" u="none" strike="noStrike" cap="none" dirty="0">
                        <a:solidFill>
                          <a:schemeClr val="tx1"/>
                        </a:solidFill>
                        <a:highlight>
                          <a:srgbClr val="FFFF00"/>
                        </a:highlight>
                        <a:latin typeface="Open Sans Medium"/>
                        <a:ea typeface="Open Sans Medium"/>
                        <a:cs typeface="Open Sans Medium"/>
                        <a:sym typeface="Open Sans Medium"/>
                      </a:endParaRPr>
                    </a:p>
                  </a:txBody>
                  <a:tcPr marL="80675" marR="80675" marT="80675" marB="80675" anchor="ctr"/>
                </a:tc>
                <a:extLst>
                  <a:ext uri="{0D108BD9-81ED-4DB2-BD59-A6C34878D82A}">
                    <a16:rowId xmlns:a16="http://schemas.microsoft.com/office/drawing/2014/main" val="10001"/>
                  </a:ext>
                </a:extLst>
              </a:tr>
              <a:tr h="533084">
                <a:tc>
                  <a:txBody>
                    <a:bodyPr/>
                    <a:lstStyle/>
                    <a:p>
                      <a:pPr marL="0" marR="0" lvl="0" indent="0" algn="ctr" rtl="0">
                        <a:lnSpc>
                          <a:spcPct val="100000"/>
                        </a:lnSpc>
                        <a:spcBef>
                          <a:spcPts val="0"/>
                        </a:spcBef>
                        <a:spcAft>
                          <a:spcPts val="0"/>
                        </a:spcAft>
                        <a:buClr>
                          <a:srgbClr val="000000"/>
                        </a:buClr>
                        <a:buSzPts val="1100"/>
                        <a:buFont typeface="Arial"/>
                        <a:buNone/>
                      </a:pPr>
                      <a:r>
                        <a:rPr lang="en-IN" sz="1600" dirty="0">
                          <a:solidFill>
                            <a:schemeClr val="tx1"/>
                          </a:solidFill>
                          <a:highlight>
                            <a:srgbClr val="FFFF00"/>
                          </a:highlight>
                        </a:rPr>
                        <a:t>Weak Password Policy</a:t>
                      </a:r>
                      <a:endParaRPr sz="1600" u="none" strike="noStrike" cap="none" dirty="0">
                        <a:solidFill>
                          <a:schemeClr val="tx1"/>
                        </a:solidFill>
                        <a:highlight>
                          <a:srgbClr val="FFFF00"/>
                        </a:highlight>
                        <a:latin typeface="Open Sans Medium"/>
                        <a:ea typeface="Open Sans Medium"/>
                        <a:cs typeface="Open Sans Medium"/>
                        <a:sym typeface="Open Sans Medium"/>
                      </a:endParaRPr>
                    </a:p>
                  </a:txBody>
                  <a:tcPr marL="80675" marR="80675" marT="80675" marB="80675" anchor="ctr"/>
                </a:tc>
                <a:tc>
                  <a:txBody>
                    <a:bodyPr/>
                    <a:lstStyle/>
                    <a:p>
                      <a:pPr marL="0" marR="0" lvl="0" indent="0" algn="ctr" rtl="0">
                        <a:lnSpc>
                          <a:spcPct val="100000"/>
                        </a:lnSpc>
                        <a:spcBef>
                          <a:spcPts val="0"/>
                        </a:spcBef>
                        <a:spcAft>
                          <a:spcPts val="0"/>
                        </a:spcAft>
                        <a:buClr>
                          <a:srgbClr val="000000"/>
                        </a:buClr>
                        <a:buSzPts val="1100"/>
                        <a:buFont typeface="Arial"/>
                        <a:buNone/>
                      </a:pPr>
                      <a:r>
                        <a:rPr lang="en-US" sz="1600" u="none" strike="noStrike" cap="none" dirty="0">
                          <a:solidFill>
                            <a:schemeClr val="tx1"/>
                          </a:solidFill>
                          <a:highlight>
                            <a:srgbClr val="FFFF00"/>
                          </a:highlight>
                          <a:latin typeface="Open Sans Medium"/>
                          <a:ea typeface="Open Sans Medium"/>
                          <a:cs typeface="Open Sans Medium"/>
                          <a:sym typeface="Open Sans Medium"/>
                        </a:rPr>
                        <a:t>Medium</a:t>
                      </a:r>
                      <a:endParaRPr sz="1600" u="none" strike="noStrike" cap="none" dirty="0">
                        <a:solidFill>
                          <a:schemeClr val="tx1"/>
                        </a:solidFill>
                        <a:highlight>
                          <a:srgbClr val="FFFF00"/>
                        </a:highlight>
                        <a:latin typeface="Open Sans Medium"/>
                        <a:ea typeface="Open Sans Medium"/>
                        <a:cs typeface="Open Sans Medium"/>
                        <a:sym typeface="Open Sans Medium"/>
                      </a:endParaRPr>
                    </a:p>
                  </a:txBody>
                  <a:tcPr marL="80675" marR="80675" marT="80675" marB="80675" anchor="ctr"/>
                </a:tc>
                <a:tc>
                  <a:txBody>
                    <a:bodyPr/>
                    <a:lstStyle/>
                    <a:p>
                      <a:pPr marL="0" marR="0" lvl="0" indent="0" algn="ctr" rtl="0">
                        <a:lnSpc>
                          <a:spcPct val="100000"/>
                        </a:lnSpc>
                        <a:spcBef>
                          <a:spcPts val="0"/>
                        </a:spcBef>
                        <a:spcAft>
                          <a:spcPts val="0"/>
                        </a:spcAft>
                        <a:buClr>
                          <a:srgbClr val="000000"/>
                        </a:buClr>
                        <a:buSzPts val="1100"/>
                        <a:buFont typeface="Arial"/>
                        <a:buNone/>
                      </a:pPr>
                      <a:r>
                        <a:rPr lang="en-US" sz="1600" u="none" strike="noStrike" cap="none" dirty="0">
                          <a:solidFill>
                            <a:schemeClr val="tx1"/>
                          </a:solidFill>
                          <a:highlight>
                            <a:srgbClr val="FFFF00"/>
                          </a:highlight>
                          <a:latin typeface="Open Sans Medium"/>
                          <a:ea typeface="Open Sans Medium"/>
                          <a:cs typeface="Open Sans Medium"/>
                          <a:sym typeface="Open Sans Medium"/>
                        </a:rPr>
                        <a:t>High</a:t>
                      </a:r>
                      <a:endParaRPr sz="1600" u="none" strike="noStrike" cap="none" dirty="0">
                        <a:solidFill>
                          <a:schemeClr val="tx1"/>
                        </a:solidFill>
                        <a:highlight>
                          <a:srgbClr val="FFFF00"/>
                        </a:highlight>
                        <a:latin typeface="Open Sans Medium"/>
                        <a:ea typeface="Open Sans Medium"/>
                        <a:cs typeface="Open Sans Medium"/>
                        <a:sym typeface="Open Sans Medium"/>
                      </a:endParaRPr>
                    </a:p>
                  </a:txBody>
                  <a:tcPr marL="80675" marR="80675" marT="80675" marB="80675" anchor="ctr"/>
                </a:tc>
                <a:extLst>
                  <a:ext uri="{0D108BD9-81ED-4DB2-BD59-A6C34878D82A}">
                    <a16:rowId xmlns:a16="http://schemas.microsoft.com/office/drawing/2014/main" val="10002"/>
                  </a:ext>
                </a:extLst>
              </a:tr>
              <a:tr h="533084">
                <a:tc>
                  <a:txBody>
                    <a:bodyPr/>
                    <a:lstStyle/>
                    <a:p>
                      <a:pPr marL="0" marR="0" lvl="0" indent="0" algn="ctr" rtl="0">
                        <a:lnSpc>
                          <a:spcPct val="100000"/>
                        </a:lnSpc>
                        <a:spcBef>
                          <a:spcPts val="0"/>
                        </a:spcBef>
                        <a:spcAft>
                          <a:spcPts val="0"/>
                        </a:spcAft>
                        <a:buClr>
                          <a:srgbClr val="000000"/>
                        </a:buClr>
                        <a:buSzPts val="1100"/>
                        <a:buFont typeface="Arial"/>
                        <a:buNone/>
                      </a:pPr>
                      <a:r>
                        <a:rPr lang="en-IN" sz="1600" dirty="0">
                          <a:solidFill>
                            <a:schemeClr val="tx1"/>
                          </a:solidFill>
                          <a:highlight>
                            <a:srgbClr val="FFFF00"/>
                          </a:highlight>
                        </a:rPr>
                        <a:t>Session Hijacking</a:t>
                      </a:r>
                      <a:endParaRPr sz="1600" u="none" strike="noStrike" cap="none" dirty="0">
                        <a:solidFill>
                          <a:schemeClr val="tx1"/>
                        </a:solidFill>
                        <a:highlight>
                          <a:srgbClr val="FFFF00"/>
                        </a:highlight>
                        <a:latin typeface="Open Sans Medium"/>
                        <a:ea typeface="Open Sans Medium"/>
                        <a:cs typeface="Open Sans Medium"/>
                        <a:sym typeface="Open Sans Medium"/>
                      </a:endParaRPr>
                    </a:p>
                  </a:txBody>
                  <a:tcPr marL="80675" marR="80675" marT="80675" marB="80675" anchor="ctr"/>
                </a:tc>
                <a:tc>
                  <a:txBody>
                    <a:bodyPr/>
                    <a:lstStyle/>
                    <a:p>
                      <a:pPr marL="0" marR="0" lvl="0" indent="0" algn="ctr" rtl="0">
                        <a:lnSpc>
                          <a:spcPct val="100000"/>
                        </a:lnSpc>
                        <a:spcBef>
                          <a:spcPts val="0"/>
                        </a:spcBef>
                        <a:spcAft>
                          <a:spcPts val="0"/>
                        </a:spcAft>
                        <a:buClr>
                          <a:srgbClr val="000000"/>
                        </a:buClr>
                        <a:buSzPts val="1100"/>
                        <a:buFont typeface="Arial"/>
                        <a:buNone/>
                      </a:pPr>
                      <a:r>
                        <a:rPr lang="en-US" sz="1600" u="none" strike="noStrike" cap="none" dirty="0">
                          <a:solidFill>
                            <a:schemeClr val="tx1"/>
                          </a:solidFill>
                          <a:highlight>
                            <a:srgbClr val="FFFF00"/>
                          </a:highlight>
                          <a:latin typeface="Open Sans Medium"/>
                          <a:ea typeface="Open Sans Medium"/>
                          <a:cs typeface="Open Sans Medium"/>
                          <a:sym typeface="Open Sans Medium"/>
                        </a:rPr>
                        <a:t>High</a:t>
                      </a:r>
                      <a:endParaRPr sz="1600" u="none" strike="noStrike" cap="none" dirty="0">
                        <a:solidFill>
                          <a:schemeClr val="tx1"/>
                        </a:solidFill>
                        <a:highlight>
                          <a:srgbClr val="FFFF00"/>
                        </a:highlight>
                        <a:latin typeface="Open Sans Medium"/>
                        <a:ea typeface="Open Sans Medium"/>
                        <a:cs typeface="Open Sans Medium"/>
                        <a:sym typeface="Open Sans Medium"/>
                      </a:endParaRPr>
                    </a:p>
                  </a:txBody>
                  <a:tcPr marL="80675" marR="80675" marT="80675" marB="80675" anchor="ctr"/>
                </a:tc>
                <a:tc>
                  <a:txBody>
                    <a:bodyPr/>
                    <a:lstStyle/>
                    <a:p>
                      <a:pPr marL="0" marR="0" lvl="0" indent="0" algn="ctr" rtl="0">
                        <a:lnSpc>
                          <a:spcPct val="100000"/>
                        </a:lnSpc>
                        <a:spcBef>
                          <a:spcPts val="0"/>
                        </a:spcBef>
                        <a:spcAft>
                          <a:spcPts val="0"/>
                        </a:spcAft>
                        <a:buClr>
                          <a:srgbClr val="000000"/>
                        </a:buClr>
                        <a:buSzPts val="1100"/>
                        <a:buFont typeface="Arial"/>
                        <a:buNone/>
                      </a:pPr>
                      <a:r>
                        <a:rPr lang="en-US" sz="1600" u="none" strike="noStrike" cap="none" dirty="0">
                          <a:solidFill>
                            <a:schemeClr val="tx1"/>
                          </a:solidFill>
                          <a:highlight>
                            <a:srgbClr val="FFFF00"/>
                          </a:highlight>
                          <a:latin typeface="Open Sans Medium"/>
                          <a:ea typeface="Open Sans Medium"/>
                          <a:cs typeface="Open Sans Medium"/>
                          <a:sym typeface="Open Sans Medium"/>
                        </a:rPr>
                        <a:t>Medium</a:t>
                      </a:r>
                      <a:endParaRPr sz="1600" u="none" strike="noStrike" cap="none" dirty="0">
                        <a:solidFill>
                          <a:schemeClr val="tx1"/>
                        </a:solidFill>
                        <a:highlight>
                          <a:srgbClr val="FFFF00"/>
                        </a:highlight>
                        <a:latin typeface="Open Sans Medium"/>
                        <a:ea typeface="Open Sans Medium"/>
                        <a:cs typeface="Open Sans Medium"/>
                        <a:sym typeface="Open Sans Medium"/>
                      </a:endParaRPr>
                    </a:p>
                  </a:txBody>
                  <a:tcPr marL="80675" marR="80675" marT="80675" marB="80675" anchor="ctr"/>
                </a:tc>
                <a:extLst>
                  <a:ext uri="{0D108BD9-81ED-4DB2-BD59-A6C34878D82A}">
                    <a16:rowId xmlns:a16="http://schemas.microsoft.com/office/drawing/2014/main" val="10003"/>
                  </a:ext>
                </a:extLst>
              </a:tr>
            </a:tbl>
          </a:graphicData>
        </a:graphic>
      </p:graphicFrame>
      <p:graphicFrame>
        <p:nvGraphicFramePr>
          <p:cNvPr id="251" name="Google Shape;251;p19"/>
          <p:cNvGraphicFramePr/>
          <p:nvPr>
            <p:extLst>
              <p:ext uri="{D42A27DB-BD31-4B8C-83A1-F6EECF244321}">
                <p14:modId xmlns:p14="http://schemas.microsoft.com/office/powerpoint/2010/main" val="146366159"/>
              </p:ext>
            </p:extLst>
          </p:nvPr>
        </p:nvGraphicFramePr>
        <p:xfrm>
          <a:off x="169358" y="4383861"/>
          <a:ext cx="6454950" cy="4636810"/>
        </p:xfrm>
        <a:graphic>
          <a:graphicData uri="http://schemas.openxmlformats.org/drawingml/2006/table">
            <a:tbl>
              <a:tblPr>
                <a:noFill/>
                <a:tableStyleId>{26DBA037-5822-4F53-A53A-243C1EEF8FA9}</a:tableStyleId>
              </a:tblPr>
              <a:tblGrid>
                <a:gridCol w="1453625">
                  <a:extLst>
                    <a:ext uri="{9D8B030D-6E8A-4147-A177-3AD203B41FA5}">
                      <a16:colId xmlns:a16="http://schemas.microsoft.com/office/drawing/2014/main" val="20000"/>
                    </a:ext>
                  </a:extLst>
                </a:gridCol>
                <a:gridCol w="1506375">
                  <a:extLst>
                    <a:ext uri="{9D8B030D-6E8A-4147-A177-3AD203B41FA5}">
                      <a16:colId xmlns:a16="http://schemas.microsoft.com/office/drawing/2014/main" val="20001"/>
                    </a:ext>
                  </a:extLst>
                </a:gridCol>
                <a:gridCol w="1643525">
                  <a:extLst>
                    <a:ext uri="{9D8B030D-6E8A-4147-A177-3AD203B41FA5}">
                      <a16:colId xmlns:a16="http://schemas.microsoft.com/office/drawing/2014/main" val="20002"/>
                    </a:ext>
                  </a:extLst>
                </a:gridCol>
                <a:gridCol w="1851425">
                  <a:extLst>
                    <a:ext uri="{9D8B030D-6E8A-4147-A177-3AD203B41FA5}">
                      <a16:colId xmlns:a16="http://schemas.microsoft.com/office/drawing/2014/main" val="20003"/>
                    </a:ext>
                  </a:extLst>
                </a:gridCol>
              </a:tblGrid>
              <a:tr h="794625">
                <a:tc>
                  <a:txBody>
                    <a:bodyPr/>
                    <a:lstStyle/>
                    <a:p>
                      <a:pPr marL="0" marR="0" lvl="0" indent="0" algn="r" rtl="0">
                        <a:lnSpc>
                          <a:spcPct val="100000"/>
                        </a:lnSpc>
                        <a:spcBef>
                          <a:spcPts val="0"/>
                        </a:spcBef>
                        <a:spcAft>
                          <a:spcPts val="0"/>
                        </a:spcAft>
                        <a:buClr>
                          <a:srgbClr val="000000"/>
                        </a:buClr>
                        <a:buSzPts val="1600"/>
                        <a:buFont typeface="Arial"/>
                        <a:buNone/>
                      </a:pPr>
                      <a:r>
                        <a:rPr lang="en" sz="1600" u="none" strike="noStrike" cap="none">
                          <a:solidFill>
                            <a:schemeClr val="lt1"/>
                          </a:solidFill>
                          <a:latin typeface="Open Sans"/>
                          <a:ea typeface="Open Sans"/>
                          <a:cs typeface="Open Sans"/>
                          <a:sym typeface="Open Sans"/>
                        </a:rPr>
                        <a:t>Impact</a:t>
                      </a:r>
                      <a:endParaRPr sz="1600" u="none" strike="noStrike" cap="none">
                        <a:solidFill>
                          <a:schemeClr val="lt1"/>
                        </a:solidFill>
                        <a:latin typeface="Open Sans"/>
                        <a:ea typeface="Open Sans"/>
                        <a:cs typeface="Open Sans"/>
                        <a:sym typeface="Open Sans"/>
                      </a:endParaRPr>
                    </a:p>
                  </a:txBody>
                  <a:tcPr marL="80675" marR="80675" marT="80675" marB="80675" anchor="ctr">
                    <a:lnL w="9525" cap="flat" cmpd="sng">
                      <a:solidFill>
                        <a:srgbClr val="DBE2E8"/>
                      </a:solidFill>
                      <a:prstDash val="solid"/>
                      <a:round/>
                      <a:headEnd type="none" w="sm" len="sm"/>
                      <a:tailEnd type="none" w="sm" len="sm"/>
                    </a:lnL>
                    <a:lnR w="9525" cap="flat" cmpd="sng">
                      <a:solidFill>
                        <a:srgbClr val="DBE2E8"/>
                      </a:solidFill>
                      <a:prstDash val="solid"/>
                      <a:round/>
                      <a:headEnd type="none" w="sm" len="sm"/>
                      <a:tailEnd type="none" w="sm" len="sm"/>
                    </a:lnR>
                    <a:lnT w="9525" cap="flat" cmpd="sng">
                      <a:solidFill>
                        <a:srgbClr val="DBE2E8"/>
                      </a:solidFill>
                      <a:prstDash val="solid"/>
                      <a:round/>
                      <a:headEnd type="none" w="sm" len="sm"/>
                      <a:tailEnd type="none" w="sm" len="sm"/>
                    </a:lnT>
                    <a:lnB w="12700" cap="flat" cmpd="sng">
                      <a:solidFill>
                        <a:srgbClr val="DBE2E8"/>
                      </a:solidFill>
                      <a:prstDash val="solid"/>
                      <a:round/>
                      <a:headEnd type="none" w="sm" len="sm"/>
                      <a:tailEnd type="none" w="sm" len="sm"/>
                    </a:lnB>
                    <a:solidFill>
                      <a:srgbClr val="02B3E4"/>
                    </a:solidFill>
                  </a:tcPr>
                </a:tc>
                <a:tc rowSpan="2">
                  <a:txBody>
                    <a:bodyPr/>
                    <a:lstStyle/>
                    <a:p>
                      <a:pPr marL="0" marR="0" lvl="0" indent="0" algn="ctr" rtl="0">
                        <a:lnSpc>
                          <a:spcPct val="100000"/>
                        </a:lnSpc>
                        <a:spcBef>
                          <a:spcPts val="0"/>
                        </a:spcBef>
                        <a:spcAft>
                          <a:spcPts val="0"/>
                        </a:spcAft>
                        <a:buClr>
                          <a:srgbClr val="000000"/>
                        </a:buClr>
                        <a:buSzPts val="1600"/>
                        <a:buFont typeface="Arial"/>
                        <a:buNone/>
                      </a:pPr>
                      <a:r>
                        <a:rPr lang="en" sz="1600" u="none" strike="noStrike" cap="none">
                          <a:solidFill>
                            <a:schemeClr val="lt1"/>
                          </a:solidFill>
                          <a:latin typeface="Open Sans"/>
                          <a:ea typeface="Open Sans"/>
                          <a:cs typeface="Open Sans"/>
                          <a:sym typeface="Open Sans"/>
                        </a:rPr>
                        <a:t>Low</a:t>
                      </a:r>
                      <a:endParaRPr sz="1600" u="none" strike="noStrike" cap="none">
                        <a:solidFill>
                          <a:schemeClr val="lt1"/>
                        </a:solidFill>
                        <a:latin typeface="Open Sans"/>
                        <a:ea typeface="Open Sans"/>
                        <a:cs typeface="Open Sans"/>
                        <a:sym typeface="Open Sans"/>
                      </a:endParaRPr>
                    </a:p>
                  </a:txBody>
                  <a:tcPr marL="80675" marR="80675" marT="80675" marB="80675" anchor="ctr">
                    <a:lnL w="9525" cap="flat" cmpd="sng">
                      <a:solidFill>
                        <a:srgbClr val="DBE2E8"/>
                      </a:solidFill>
                      <a:prstDash val="solid"/>
                      <a:round/>
                      <a:headEnd type="none" w="sm" len="sm"/>
                      <a:tailEnd type="none" w="sm" len="sm"/>
                    </a:lnL>
                    <a:lnR w="12700" cap="flat" cmpd="sng">
                      <a:solidFill>
                        <a:srgbClr val="DBE2E8"/>
                      </a:solidFill>
                      <a:prstDash val="solid"/>
                      <a:round/>
                      <a:headEnd type="none" w="sm" len="sm"/>
                      <a:tailEnd type="none" w="sm" len="sm"/>
                    </a:lnR>
                    <a:lnT w="9525" cap="flat" cmpd="sng">
                      <a:solidFill>
                        <a:srgbClr val="DBE2E8"/>
                      </a:solidFill>
                      <a:prstDash val="solid"/>
                      <a:round/>
                      <a:headEnd type="none" w="sm" len="sm"/>
                      <a:tailEnd type="none" w="sm" len="sm"/>
                    </a:lnT>
                    <a:lnB w="9525" cap="flat" cmpd="sng">
                      <a:solidFill>
                        <a:srgbClr val="DBE2E8"/>
                      </a:solidFill>
                      <a:prstDash val="solid"/>
                      <a:round/>
                      <a:headEnd type="none" w="sm" len="sm"/>
                      <a:tailEnd type="none" w="sm" len="sm"/>
                    </a:lnB>
                    <a:solidFill>
                      <a:srgbClr val="02B3E4"/>
                    </a:solidFill>
                  </a:tcPr>
                </a:tc>
                <a:tc rowSpan="2">
                  <a:txBody>
                    <a:bodyPr/>
                    <a:lstStyle/>
                    <a:p>
                      <a:pPr marL="0" marR="0" lvl="0" indent="0" algn="ctr" rtl="0">
                        <a:lnSpc>
                          <a:spcPct val="100000"/>
                        </a:lnSpc>
                        <a:spcBef>
                          <a:spcPts val="0"/>
                        </a:spcBef>
                        <a:spcAft>
                          <a:spcPts val="0"/>
                        </a:spcAft>
                        <a:buClr>
                          <a:srgbClr val="000000"/>
                        </a:buClr>
                        <a:buSzPts val="1600"/>
                        <a:buFont typeface="Arial"/>
                        <a:buNone/>
                      </a:pPr>
                      <a:r>
                        <a:rPr lang="en" sz="1600" u="none" strike="noStrike" cap="none">
                          <a:solidFill>
                            <a:schemeClr val="lt1"/>
                          </a:solidFill>
                          <a:latin typeface="Open Sans"/>
                          <a:ea typeface="Open Sans"/>
                          <a:cs typeface="Open Sans"/>
                          <a:sym typeface="Open Sans"/>
                        </a:rPr>
                        <a:t>Medium</a:t>
                      </a:r>
                      <a:endParaRPr sz="1600" u="none" strike="noStrike" cap="none">
                        <a:solidFill>
                          <a:schemeClr val="lt1"/>
                        </a:solidFill>
                        <a:latin typeface="Open Sans"/>
                        <a:ea typeface="Open Sans"/>
                        <a:cs typeface="Open Sans"/>
                        <a:sym typeface="Open Sans"/>
                      </a:endParaRPr>
                    </a:p>
                  </a:txBody>
                  <a:tcPr marL="80700" marR="80700" marT="80700" marB="80700" anchor="ctr">
                    <a:lnL w="12700" cap="flat" cmpd="sng">
                      <a:solidFill>
                        <a:srgbClr val="DBE2E8"/>
                      </a:solidFill>
                      <a:prstDash val="solid"/>
                      <a:round/>
                      <a:headEnd type="none" w="sm" len="sm"/>
                      <a:tailEnd type="none" w="sm" len="sm"/>
                    </a:lnL>
                    <a:lnR w="12700" cap="flat" cmpd="sng">
                      <a:solidFill>
                        <a:srgbClr val="DBE2E8"/>
                      </a:solidFill>
                      <a:prstDash val="solid"/>
                      <a:round/>
                      <a:headEnd type="none" w="sm" len="sm"/>
                      <a:tailEnd type="none" w="sm" len="sm"/>
                    </a:lnR>
                    <a:lnT w="12700" cap="flat" cmpd="sng">
                      <a:solidFill>
                        <a:srgbClr val="DBE2E8"/>
                      </a:solidFill>
                      <a:prstDash val="solid"/>
                      <a:round/>
                      <a:headEnd type="none" w="sm" len="sm"/>
                      <a:tailEnd type="none" w="sm" len="sm"/>
                    </a:lnT>
                    <a:lnB w="12700" cap="flat" cmpd="sng">
                      <a:solidFill>
                        <a:srgbClr val="DBE2E8"/>
                      </a:solidFill>
                      <a:prstDash val="solid"/>
                      <a:round/>
                      <a:headEnd type="none" w="sm" len="sm"/>
                      <a:tailEnd type="none" w="sm" len="sm"/>
                    </a:lnB>
                    <a:solidFill>
                      <a:srgbClr val="02B3E4"/>
                    </a:solidFill>
                  </a:tcPr>
                </a:tc>
                <a:tc rowSpan="2">
                  <a:txBody>
                    <a:bodyPr/>
                    <a:lstStyle/>
                    <a:p>
                      <a:pPr marL="0" marR="0" lvl="0" indent="0" algn="ctr" rtl="0">
                        <a:lnSpc>
                          <a:spcPct val="100000"/>
                        </a:lnSpc>
                        <a:spcBef>
                          <a:spcPts val="0"/>
                        </a:spcBef>
                        <a:spcAft>
                          <a:spcPts val="0"/>
                        </a:spcAft>
                        <a:buClr>
                          <a:srgbClr val="000000"/>
                        </a:buClr>
                        <a:buSzPts val="1600"/>
                        <a:buFont typeface="Arial"/>
                        <a:buNone/>
                      </a:pPr>
                      <a:r>
                        <a:rPr lang="en" sz="1600" u="none" strike="noStrike" cap="none">
                          <a:solidFill>
                            <a:schemeClr val="lt1"/>
                          </a:solidFill>
                          <a:latin typeface="Open Sans"/>
                          <a:ea typeface="Open Sans"/>
                          <a:cs typeface="Open Sans"/>
                          <a:sym typeface="Open Sans"/>
                        </a:rPr>
                        <a:t>High</a:t>
                      </a:r>
                      <a:endParaRPr sz="1600" u="none" strike="noStrike" cap="none">
                        <a:solidFill>
                          <a:schemeClr val="lt1"/>
                        </a:solidFill>
                        <a:latin typeface="Open Sans"/>
                        <a:ea typeface="Open Sans"/>
                        <a:cs typeface="Open Sans"/>
                        <a:sym typeface="Open Sans"/>
                      </a:endParaRPr>
                    </a:p>
                  </a:txBody>
                  <a:tcPr marL="80700" marR="80700" marT="80700" marB="80700" anchor="ctr">
                    <a:lnL w="12700" cap="flat" cmpd="sng">
                      <a:solidFill>
                        <a:srgbClr val="DBE2E8"/>
                      </a:solidFill>
                      <a:prstDash val="solid"/>
                      <a:round/>
                      <a:headEnd type="none" w="sm" len="sm"/>
                      <a:tailEnd type="none" w="sm" len="sm"/>
                    </a:lnL>
                    <a:lnR w="12700" cap="flat" cmpd="sng">
                      <a:solidFill>
                        <a:srgbClr val="DBE2E8"/>
                      </a:solidFill>
                      <a:prstDash val="solid"/>
                      <a:round/>
                      <a:headEnd type="none" w="sm" len="sm"/>
                      <a:tailEnd type="none" w="sm" len="sm"/>
                    </a:lnR>
                    <a:lnT w="12700" cap="flat" cmpd="sng">
                      <a:solidFill>
                        <a:srgbClr val="DBE2E8"/>
                      </a:solidFill>
                      <a:prstDash val="solid"/>
                      <a:round/>
                      <a:headEnd type="none" w="sm" len="sm"/>
                      <a:tailEnd type="none" w="sm" len="sm"/>
                    </a:lnT>
                    <a:lnB w="12700" cap="flat" cmpd="sng">
                      <a:solidFill>
                        <a:srgbClr val="DBE2E8"/>
                      </a:solidFill>
                      <a:prstDash val="solid"/>
                      <a:round/>
                      <a:headEnd type="none" w="sm" len="sm"/>
                      <a:tailEnd type="none" w="sm" len="sm"/>
                    </a:lnB>
                    <a:solidFill>
                      <a:srgbClr val="02B3E4"/>
                    </a:solidFill>
                  </a:tcPr>
                </a:tc>
                <a:extLst>
                  <a:ext uri="{0D108BD9-81ED-4DB2-BD59-A6C34878D82A}">
                    <a16:rowId xmlns:a16="http://schemas.microsoft.com/office/drawing/2014/main" val="10000"/>
                  </a:ext>
                </a:extLst>
              </a:tr>
              <a:tr h="497575">
                <a:tc>
                  <a:txBody>
                    <a:bodyPr/>
                    <a:lstStyle/>
                    <a:p>
                      <a:pPr marL="0" marR="0" lvl="0" indent="0" algn="ctr" rtl="0">
                        <a:lnSpc>
                          <a:spcPct val="100000"/>
                        </a:lnSpc>
                        <a:spcBef>
                          <a:spcPts val="0"/>
                        </a:spcBef>
                        <a:spcAft>
                          <a:spcPts val="0"/>
                        </a:spcAft>
                        <a:buClr>
                          <a:schemeClr val="dk1"/>
                        </a:buClr>
                        <a:buSzPts val="1100"/>
                        <a:buFont typeface="Arial"/>
                        <a:buNone/>
                      </a:pPr>
                      <a:r>
                        <a:rPr lang="en" sz="1600" u="none" strike="noStrike" cap="none">
                          <a:solidFill>
                            <a:schemeClr val="lt1"/>
                          </a:solidFill>
                          <a:latin typeface="Open Sans"/>
                          <a:ea typeface="Open Sans"/>
                          <a:cs typeface="Open Sans"/>
                          <a:sym typeface="Open Sans"/>
                        </a:rPr>
                        <a:t>Likelihood</a:t>
                      </a:r>
                      <a:endParaRPr sz="1600" u="none" strike="noStrike" cap="none">
                        <a:solidFill>
                          <a:schemeClr val="lt1"/>
                        </a:solidFill>
                        <a:latin typeface="Open Sans"/>
                        <a:ea typeface="Open Sans"/>
                        <a:cs typeface="Open Sans"/>
                        <a:sym typeface="Open Sans"/>
                      </a:endParaRPr>
                    </a:p>
                  </a:txBody>
                  <a:tcPr marL="80675" marR="80675" marT="80675" marB="80675" anchor="b">
                    <a:lnL w="9525" cap="flat" cmpd="sng">
                      <a:solidFill>
                        <a:srgbClr val="DBE2E8"/>
                      </a:solidFill>
                      <a:prstDash val="solid"/>
                      <a:round/>
                      <a:headEnd type="none" w="sm" len="sm"/>
                      <a:tailEnd type="none" w="sm" len="sm"/>
                    </a:lnL>
                    <a:lnR w="9525" cap="flat" cmpd="sng">
                      <a:solidFill>
                        <a:srgbClr val="DBE2E8"/>
                      </a:solidFill>
                      <a:prstDash val="solid"/>
                      <a:round/>
                      <a:headEnd type="none" w="sm" len="sm"/>
                      <a:tailEnd type="none" w="sm" len="sm"/>
                    </a:lnR>
                    <a:lnT w="12700" cap="flat" cmpd="sng">
                      <a:solidFill>
                        <a:srgbClr val="DBE2E8"/>
                      </a:solidFill>
                      <a:prstDash val="solid"/>
                      <a:round/>
                      <a:headEnd type="none" w="sm" len="sm"/>
                      <a:tailEnd type="none" w="sm" len="sm"/>
                    </a:lnT>
                    <a:lnB w="12700" cap="flat" cmpd="sng">
                      <a:solidFill>
                        <a:srgbClr val="DBE2E8"/>
                      </a:solidFill>
                      <a:prstDash val="solid"/>
                      <a:round/>
                      <a:headEnd type="none" w="sm" len="sm"/>
                      <a:tailEnd type="none" w="sm" len="sm"/>
                    </a:lnB>
                    <a:solidFill>
                      <a:srgbClr val="02B3E4"/>
                    </a:solidFill>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1"/>
                  </a:ext>
                </a:extLst>
              </a:tr>
              <a:tr h="1241500">
                <a:tc>
                  <a:txBody>
                    <a:bodyPr/>
                    <a:lstStyle/>
                    <a:p>
                      <a:pPr marL="0" marR="0" lvl="0" indent="0" algn="ctr" rtl="0">
                        <a:lnSpc>
                          <a:spcPct val="100000"/>
                        </a:lnSpc>
                        <a:spcBef>
                          <a:spcPts val="0"/>
                        </a:spcBef>
                        <a:spcAft>
                          <a:spcPts val="0"/>
                        </a:spcAft>
                        <a:buClr>
                          <a:srgbClr val="000000"/>
                        </a:buClr>
                        <a:buSzPts val="1600"/>
                        <a:buFont typeface="Arial"/>
                        <a:buNone/>
                      </a:pPr>
                      <a:r>
                        <a:rPr lang="en" sz="1600" u="none" strike="noStrike" cap="none">
                          <a:solidFill>
                            <a:srgbClr val="FFFFFF"/>
                          </a:solidFill>
                          <a:latin typeface="Open Sans"/>
                          <a:ea typeface="Open Sans"/>
                          <a:cs typeface="Open Sans"/>
                          <a:sym typeface="Open Sans"/>
                        </a:rPr>
                        <a:t>High</a:t>
                      </a:r>
                      <a:endParaRPr sz="1600" u="none" strike="noStrike" cap="none">
                        <a:solidFill>
                          <a:srgbClr val="FFFFFF"/>
                        </a:solidFill>
                        <a:latin typeface="Open Sans"/>
                        <a:ea typeface="Open Sans"/>
                        <a:cs typeface="Open Sans"/>
                        <a:sym typeface="Open Sans"/>
                      </a:endParaRPr>
                    </a:p>
                  </a:txBody>
                  <a:tcPr marL="80700" marR="80700" marT="80700" marB="80700" anchor="ctr">
                    <a:lnL w="12700" cap="flat" cmpd="sng">
                      <a:solidFill>
                        <a:srgbClr val="DBE2E8"/>
                      </a:solidFill>
                      <a:prstDash val="solid"/>
                      <a:round/>
                      <a:headEnd type="none" w="sm" len="sm"/>
                      <a:tailEnd type="none" w="sm" len="sm"/>
                    </a:lnL>
                    <a:lnR w="12700" cap="flat" cmpd="sng">
                      <a:solidFill>
                        <a:srgbClr val="DBE2E8"/>
                      </a:solidFill>
                      <a:prstDash val="solid"/>
                      <a:round/>
                      <a:headEnd type="none" w="sm" len="sm"/>
                      <a:tailEnd type="none" w="sm" len="sm"/>
                    </a:lnR>
                    <a:lnT w="12700" cap="flat" cmpd="sng">
                      <a:solidFill>
                        <a:srgbClr val="DBE2E8"/>
                      </a:solidFill>
                      <a:prstDash val="solid"/>
                      <a:round/>
                      <a:headEnd type="none" w="sm" len="sm"/>
                      <a:tailEnd type="none" w="sm" len="sm"/>
                    </a:lnT>
                    <a:lnB w="12700" cap="flat" cmpd="sng">
                      <a:solidFill>
                        <a:srgbClr val="DBE2E8"/>
                      </a:solidFill>
                      <a:prstDash val="solid"/>
                      <a:round/>
                      <a:headEnd type="none" w="sm" len="sm"/>
                      <a:tailEnd type="none" w="sm" len="sm"/>
                    </a:lnB>
                    <a:solidFill>
                      <a:srgbClr val="02B3E4"/>
                    </a:solidFill>
                  </a:tcPr>
                </a:tc>
                <a:tc>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latin typeface="Open Sans Medium"/>
                        <a:ea typeface="Open Sans Medium"/>
                        <a:cs typeface="Open Sans Medium"/>
                        <a:sym typeface="Open Sans Medium"/>
                      </a:endParaRPr>
                    </a:p>
                  </a:txBody>
                  <a:tcPr marL="80675" marR="80675" marT="80675" marB="80675" anchor="ctr">
                    <a:lnL w="12700" cap="flat" cmpd="sng">
                      <a:solidFill>
                        <a:srgbClr val="DBE2E8"/>
                      </a:solidFill>
                      <a:prstDash val="solid"/>
                      <a:round/>
                      <a:headEnd type="none" w="sm" len="sm"/>
                      <a:tailEnd type="none" w="sm" len="sm"/>
                    </a:lnL>
                    <a:lnR w="9525" cap="flat" cmpd="sng">
                      <a:solidFill>
                        <a:srgbClr val="DBE2E8"/>
                      </a:solidFill>
                      <a:prstDash val="solid"/>
                      <a:round/>
                      <a:headEnd type="none" w="sm" len="sm"/>
                      <a:tailEnd type="none" w="sm" len="sm"/>
                    </a:lnR>
                    <a:lnT w="9525" cap="flat" cmpd="sng">
                      <a:solidFill>
                        <a:srgbClr val="DBE2E8"/>
                      </a:solidFill>
                      <a:prstDash val="solid"/>
                      <a:round/>
                      <a:headEnd type="none" w="sm" len="sm"/>
                      <a:tailEnd type="none" w="sm" len="sm"/>
                    </a:lnT>
                    <a:lnB w="9525" cap="flat" cmpd="sng">
                      <a:solidFill>
                        <a:srgbClr val="DBE2E8"/>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lang="en-IN" sz="1600" dirty="0">
                          <a:highlight>
                            <a:srgbClr val="FFFF00"/>
                          </a:highlight>
                        </a:rPr>
                        <a:t>Weak Password Policy</a:t>
                      </a:r>
                      <a:endParaRPr lang="en-IN" sz="1600" u="none" strike="noStrike" cap="none" dirty="0">
                        <a:highlight>
                          <a:srgbClr val="FFFF00"/>
                        </a:highlight>
                        <a:latin typeface="Open Sans Medium"/>
                        <a:ea typeface="Open Sans Medium"/>
                        <a:cs typeface="Open Sans Medium"/>
                        <a:sym typeface="Open Sans Medium"/>
                      </a:endParaRPr>
                    </a:p>
                    <a:p>
                      <a:pPr marL="0" marR="0" lvl="0" indent="0" algn="ctr" rtl="0">
                        <a:lnSpc>
                          <a:spcPct val="100000"/>
                        </a:lnSpc>
                        <a:spcBef>
                          <a:spcPts val="0"/>
                        </a:spcBef>
                        <a:spcAft>
                          <a:spcPts val="0"/>
                        </a:spcAft>
                        <a:buClr>
                          <a:srgbClr val="000000"/>
                        </a:buClr>
                        <a:buSzPts val="1400"/>
                        <a:buFont typeface="Arial"/>
                        <a:buNone/>
                      </a:pPr>
                      <a:endParaRPr sz="1600" u="none" strike="noStrike" cap="none" dirty="0">
                        <a:highlight>
                          <a:srgbClr val="FFFF00"/>
                        </a:highlight>
                        <a:latin typeface="Open Sans Medium"/>
                        <a:ea typeface="Open Sans Medium"/>
                        <a:cs typeface="Open Sans Medium"/>
                        <a:sym typeface="Open Sans Medium"/>
                      </a:endParaRPr>
                    </a:p>
                  </a:txBody>
                  <a:tcPr marL="80675" marR="80675" marT="80675" marB="80675" anchor="ctr">
                    <a:lnL w="9525" cap="flat" cmpd="sng">
                      <a:solidFill>
                        <a:srgbClr val="DBE2E8"/>
                      </a:solidFill>
                      <a:prstDash val="solid"/>
                      <a:round/>
                      <a:headEnd type="none" w="sm" len="sm"/>
                      <a:tailEnd type="none" w="sm" len="sm"/>
                    </a:lnL>
                    <a:lnR w="9525" cap="flat" cmpd="sng">
                      <a:solidFill>
                        <a:srgbClr val="DBE2E8"/>
                      </a:solidFill>
                      <a:prstDash val="solid"/>
                      <a:round/>
                      <a:headEnd type="none" w="sm" len="sm"/>
                      <a:tailEnd type="none" w="sm" len="sm"/>
                    </a:lnR>
                    <a:lnT w="12700" cap="flat" cmpd="sng">
                      <a:solidFill>
                        <a:srgbClr val="DBE2E8"/>
                      </a:solidFill>
                      <a:prstDash val="solid"/>
                      <a:round/>
                      <a:headEnd type="none" w="sm" len="sm"/>
                      <a:tailEnd type="none" w="sm" len="sm"/>
                    </a:lnT>
                    <a:lnB w="9525" cap="flat" cmpd="sng">
                      <a:solidFill>
                        <a:srgbClr val="DBE2E8"/>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endParaRPr sz="1600" u="none" strike="noStrike" cap="none">
                        <a:highlight>
                          <a:srgbClr val="FFFF00"/>
                        </a:highlight>
                        <a:latin typeface="Open Sans Medium"/>
                        <a:ea typeface="Open Sans Medium"/>
                        <a:cs typeface="Open Sans Medium"/>
                        <a:sym typeface="Open Sans Medium"/>
                      </a:endParaRPr>
                    </a:p>
                  </a:txBody>
                  <a:tcPr marL="80675" marR="80675" marT="80675" marB="80675" anchor="ctr">
                    <a:lnL w="9525" cap="flat" cmpd="sng">
                      <a:solidFill>
                        <a:srgbClr val="DBE2E8"/>
                      </a:solidFill>
                      <a:prstDash val="solid"/>
                      <a:round/>
                      <a:headEnd type="none" w="sm" len="sm"/>
                      <a:tailEnd type="none" w="sm" len="sm"/>
                    </a:lnL>
                    <a:lnR w="9525" cap="flat" cmpd="sng">
                      <a:solidFill>
                        <a:srgbClr val="DBE2E8"/>
                      </a:solidFill>
                      <a:prstDash val="solid"/>
                      <a:round/>
                      <a:headEnd type="none" w="sm" len="sm"/>
                      <a:tailEnd type="none" w="sm" len="sm"/>
                    </a:lnR>
                    <a:lnT w="12700" cap="flat" cmpd="sng">
                      <a:solidFill>
                        <a:srgbClr val="DBE2E8"/>
                      </a:solidFill>
                      <a:prstDash val="solid"/>
                      <a:round/>
                      <a:headEnd type="none" w="sm" len="sm"/>
                      <a:tailEnd type="none" w="sm" len="sm"/>
                    </a:lnT>
                    <a:lnB w="9525" cap="flat" cmpd="sng">
                      <a:solidFill>
                        <a:srgbClr val="DBE2E8"/>
                      </a:solidFill>
                      <a:prstDash val="solid"/>
                      <a:round/>
                      <a:headEnd type="none" w="sm" len="sm"/>
                      <a:tailEnd type="none" w="sm" len="sm"/>
                    </a:lnB>
                  </a:tcPr>
                </a:tc>
                <a:extLst>
                  <a:ext uri="{0D108BD9-81ED-4DB2-BD59-A6C34878D82A}">
                    <a16:rowId xmlns:a16="http://schemas.microsoft.com/office/drawing/2014/main" val="10002"/>
                  </a:ext>
                </a:extLst>
              </a:tr>
              <a:tr h="1016875">
                <a:tc>
                  <a:txBody>
                    <a:bodyPr/>
                    <a:lstStyle/>
                    <a:p>
                      <a:pPr marL="0" marR="0" lvl="0" indent="0" algn="ctr" rtl="0">
                        <a:lnSpc>
                          <a:spcPct val="100000"/>
                        </a:lnSpc>
                        <a:spcBef>
                          <a:spcPts val="0"/>
                        </a:spcBef>
                        <a:spcAft>
                          <a:spcPts val="0"/>
                        </a:spcAft>
                        <a:buClr>
                          <a:srgbClr val="000000"/>
                        </a:buClr>
                        <a:buSzPts val="1600"/>
                        <a:buFont typeface="Arial"/>
                        <a:buNone/>
                      </a:pPr>
                      <a:r>
                        <a:rPr lang="en" sz="1600" u="none" strike="noStrike" cap="none">
                          <a:solidFill>
                            <a:srgbClr val="FFFFFF"/>
                          </a:solidFill>
                          <a:latin typeface="Open Sans"/>
                          <a:ea typeface="Open Sans"/>
                          <a:cs typeface="Open Sans"/>
                          <a:sym typeface="Open Sans"/>
                        </a:rPr>
                        <a:t>Medium</a:t>
                      </a:r>
                      <a:endParaRPr sz="1600" u="none" strike="noStrike" cap="none">
                        <a:solidFill>
                          <a:srgbClr val="FFFFFF"/>
                        </a:solidFill>
                        <a:latin typeface="Open Sans"/>
                        <a:ea typeface="Open Sans"/>
                        <a:cs typeface="Open Sans"/>
                        <a:sym typeface="Open Sans"/>
                      </a:endParaRPr>
                    </a:p>
                  </a:txBody>
                  <a:tcPr marL="80700" marR="80700" marT="80700" marB="80700" anchor="ctr">
                    <a:lnL w="12700" cap="flat" cmpd="sng">
                      <a:solidFill>
                        <a:srgbClr val="DBE2E8"/>
                      </a:solidFill>
                      <a:prstDash val="solid"/>
                      <a:round/>
                      <a:headEnd type="none" w="sm" len="sm"/>
                      <a:tailEnd type="none" w="sm" len="sm"/>
                    </a:lnL>
                    <a:lnR w="12700" cap="flat" cmpd="sng">
                      <a:solidFill>
                        <a:srgbClr val="DBE2E8"/>
                      </a:solidFill>
                      <a:prstDash val="solid"/>
                      <a:round/>
                      <a:headEnd type="none" w="sm" len="sm"/>
                      <a:tailEnd type="none" w="sm" len="sm"/>
                    </a:lnR>
                    <a:lnT w="12700" cap="flat" cmpd="sng">
                      <a:solidFill>
                        <a:srgbClr val="DBE2E8"/>
                      </a:solidFill>
                      <a:prstDash val="solid"/>
                      <a:round/>
                      <a:headEnd type="none" w="sm" len="sm"/>
                      <a:tailEnd type="none" w="sm" len="sm"/>
                    </a:lnT>
                    <a:lnB w="12700" cap="flat" cmpd="sng">
                      <a:solidFill>
                        <a:srgbClr val="DBE2E8"/>
                      </a:solidFill>
                      <a:prstDash val="solid"/>
                      <a:round/>
                      <a:headEnd type="none" w="sm" len="sm"/>
                      <a:tailEnd type="none" w="sm" len="sm"/>
                    </a:lnB>
                    <a:solidFill>
                      <a:srgbClr val="02B3E4"/>
                    </a:solidFill>
                  </a:tcPr>
                </a:tc>
                <a:tc>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latin typeface="Open Sans Medium"/>
                        <a:ea typeface="Open Sans Medium"/>
                        <a:cs typeface="Open Sans Medium"/>
                        <a:sym typeface="Open Sans Medium"/>
                      </a:endParaRPr>
                    </a:p>
                  </a:txBody>
                  <a:tcPr marL="80675" marR="80675" marT="80675" marB="80675" anchor="ctr">
                    <a:lnL w="12700" cap="flat" cmpd="sng">
                      <a:solidFill>
                        <a:srgbClr val="DBE2E8"/>
                      </a:solidFill>
                      <a:prstDash val="solid"/>
                      <a:round/>
                      <a:headEnd type="none" w="sm" len="sm"/>
                      <a:tailEnd type="none" w="sm" len="sm"/>
                    </a:lnL>
                    <a:lnR w="9525" cap="flat" cmpd="sng">
                      <a:solidFill>
                        <a:srgbClr val="DBE2E8"/>
                      </a:solidFill>
                      <a:prstDash val="solid"/>
                      <a:round/>
                      <a:headEnd type="none" w="sm" len="sm"/>
                      <a:tailEnd type="none" w="sm" len="sm"/>
                    </a:lnR>
                    <a:lnT w="9525" cap="flat" cmpd="sng">
                      <a:solidFill>
                        <a:srgbClr val="DBE2E8"/>
                      </a:solidFill>
                      <a:prstDash val="solid"/>
                      <a:round/>
                      <a:headEnd type="none" w="sm" len="sm"/>
                      <a:tailEnd type="none" w="sm" len="sm"/>
                    </a:lnT>
                    <a:lnB w="9525" cap="flat" cmpd="sng">
                      <a:solidFill>
                        <a:srgbClr val="DBE2E8"/>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endParaRPr sz="1600" u="none" strike="noStrike" cap="none">
                        <a:highlight>
                          <a:srgbClr val="FFFF00"/>
                        </a:highlight>
                        <a:latin typeface="Open Sans Medium"/>
                        <a:ea typeface="Open Sans Medium"/>
                        <a:cs typeface="Open Sans Medium"/>
                        <a:sym typeface="Open Sans Medium"/>
                      </a:endParaRPr>
                    </a:p>
                  </a:txBody>
                  <a:tcPr marL="80675" marR="80675" marT="80675" marB="80675" anchor="ctr">
                    <a:lnL w="9525" cap="flat" cmpd="sng">
                      <a:solidFill>
                        <a:srgbClr val="DBE2E8"/>
                      </a:solidFill>
                      <a:prstDash val="solid"/>
                      <a:round/>
                      <a:headEnd type="none" w="sm" len="sm"/>
                      <a:tailEnd type="none" w="sm" len="sm"/>
                    </a:lnL>
                    <a:lnR w="9525" cap="flat" cmpd="sng">
                      <a:solidFill>
                        <a:srgbClr val="DBE2E8"/>
                      </a:solidFill>
                      <a:prstDash val="solid"/>
                      <a:round/>
                      <a:headEnd type="none" w="sm" len="sm"/>
                      <a:tailEnd type="none" w="sm" len="sm"/>
                    </a:lnR>
                    <a:lnT w="9525" cap="flat" cmpd="sng">
                      <a:solidFill>
                        <a:srgbClr val="DBE2E8"/>
                      </a:solidFill>
                      <a:prstDash val="solid"/>
                      <a:round/>
                      <a:headEnd type="none" w="sm" len="sm"/>
                      <a:tailEnd type="none" w="sm" len="sm"/>
                    </a:lnT>
                    <a:lnB w="9525" cap="flat" cmpd="sng">
                      <a:solidFill>
                        <a:srgbClr val="DBE2E8"/>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lang="en-IN" sz="1600" dirty="0">
                          <a:highlight>
                            <a:srgbClr val="FFFF00"/>
                          </a:highlight>
                        </a:rPr>
                        <a:t>SQL Injection</a:t>
                      </a:r>
                    </a:p>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lang="en-IN" sz="1600" u="none" strike="noStrike" cap="none" dirty="0">
                        <a:highlight>
                          <a:srgbClr val="FFFF00"/>
                        </a:highlight>
                        <a:latin typeface="Open Sans Medium"/>
                        <a:ea typeface="Open Sans Medium"/>
                        <a:cs typeface="Open Sans Medium"/>
                        <a:sym typeface="Open Sans Medium"/>
                      </a:endParaRPr>
                    </a:p>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lang="en-IN" sz="1600" dirty="0">
                          <a:solidFill>
                            <a:schemeClr val="tx1"/>
                          </a:solidFill>
                          <a:highlight>
                            <a:srgbClr val="FFFF00"/>
                          </a:highlight>
                        </a:rPr>
                        <a:t>Session Hijacking</a:t>
                      </a:r>
                      <a:endParaRPr lang="en-IN" sz="1600" u="none" strike="noStrike" cap="none" dirty="0">
                        <a:solidFill>
                          <a:schemeClr val="tx1"/>
                        </a:solidFill>
                        <a:highlight>
                          <a:srgbClr val="FFFF00"/>
                        </a:highlight>
                        <a:latin typeface="Open Sans Medium"/>
                        <a:ea typeface="Open Sans Medium"/>
                        <a:cs typeface="Open Sans Medium"/>
                        <a:sym typeface="Open Sans Medium"/>
                      </a:endParaRPr>
                    </a:p>
                    <a:p>
                      <a:pPr marL="0" marR="0" lvl="0" indent="0" algn="ctr" rtl="0">
                        <a:lnSpc>
                          <a:spcPct val="100000"/>
                        </a:lnSpc>
                        <a:spcBef>
                          <a:spcPts val="0"/>
                        </a:spcBef>
                        <a:spcAft>
                          <a:spcPts val="0"/>
                        </a:spcAft>
                        <a:buClr>
                          <a:srgbClr val="000000"/>
                        </a:buClr>
                        <a:buSzPts val="1400"/>
                        <a:buFont typeface="Arial"/>
                        <a:buNone/>
                      </a:pPr>
                      <a:endParaRPr sz="1600" u="none" strike="noStrike" cap="none" dirty="0">
                        <a:highlight>
                          <a:srgbClr val="FFFF00"/>
                        </a:highlight>
                        <a:latin typeface="Open Sans Medium"/>
                        <a:ea typeface="Open Sans Medium"/>
                        <a:cs typeface="Open Sans Medium"/>
                        <a:sym typeface="Open Sans Medium"/>
                      </a:endParaRPr>
                    </a:p>
                  </a:txBody>
                  <a:tcPr marL="80675" marR="80675" marT="80675" marB="80675" anchor="ctr">
                    <a:lnL w="9525" cap="flat" cmpd="sng">
                      <a:solidFill>
                        <a:srgbClr val="DBE2E8"/>
                      </a:solidFill>
                      <a:prstDash val="solid"/>
                      <a:round/>
                      <a:headEnd type="none" w="sm" len="sm"/>
                      <a:tailEnd type="none" w="sm" len="sm"/>
                    </a:lnL>
                    <a:lnR w="9525" cap="flat" cmpd="sng">
                      <a:solidFill>
                        <a:srgbClr val="DBE2E8"/>
                      </a:solidFill>
                      <a:prstDash val="solid"/>
                      <a:round/>
                      <a:headEnd type="none" w="sm" len="sm"/>
                      <a:tailEnd type="none" w="sm" len="sm"/>
                    </a:lnR>
                    <a:lnT w="9525" cap="flat" cmpd="sng">
                      <a:solidFill>
                        <a:srgbClr val="DBE2E8"/>
                      </a:solidFill>
                      <a:prstDash val="solid"/>
                      <a:round/>
                      <a:headEnd type="none" w="sm" len="sm"/>
                      <a:tailEnd type="none" w="sm" len="sm"/>
                    </a:lnT>
                    <a:lnB w="9525" cap="flat" cmpd="sng">
                      <a:solidFill>
                        <a:srgbClr val="DBE2E8"/>
                      </a:solidFill>
                      <a:prstDash val="solid"/>
                      <a:round/>
                      <a:headEnd type="none" w="sm" len="sm"/>
                      <a:tailEnd type="none" w="sm" len="sm"/>
                    </a:lnB>
                  </a:tcPr>
                </a:tc>
                <a:extLst>
                  <a:ext uri="{0D108BD9-81ED-4DB2-BD59-A6C34878D82A}">
                    <a16:rowId xmlns:a16="http://schemas.microsoft.com/office/drawing/2014/main" val="10003"/>
                  </a:ext>
                </a:extLst>
              </a:tr>
              <a:tr h="966400">
                <a:tc>
                  <a:txBody>
                    <a:bodyPr/>
                    <a:lstStyle/>
                    <a:p>
                      <a:pPr marL="0" marR="0" lvl="0" indent="0" algn="ctr" rtl="0">
                        <a:lnSpc>
                          <a:spcPct val="100000"/>
                        </a:lnSpc>
                        <a:spcBef>
                          <a:spcPts val="0"/>
                        </a:spcBef>
                        <a:spcAft>
                          <a:spcPts val="0"/>
                        </a:spcAft>
                        <a:buClr>
                          <a:srgbClr val="000000"/>
                        </a:buClr>
                        <a:buSzPts val="1600"/>
                        <a:buFont typeface="Arial"/>
                        <a:buNone/>
                      </a:pPr>
                      <a:r>
                        <a:rPr lang="en" sz="1600" u="none" strike="noStrike" cap="none">
                          <a:solidFill>
                            <a:srgbClr val="FFFFFF"/>
                          </a:solidFill>
                          <a:latin typeface="Open Sans"/>
                          <a:ea typeface="Open Sans"/>
                          <a:cs typeface="Open Sans"/>
                          <a:sym typeface="Open Sans"/>
                        </a:rPr>
                        <a:t>Low</a:t>
                      </a:r>
                      <a:endParaRPr sz="1600" u="none" strike="noStrike" cap="none">
                        <a:solidFill>
                          <a:srgbClr val="FFFFFF"/>
                        </a:solidFill>
                        <a:latin typeface="Open Sans"/>
                        <a:ea typeface="Open Sans"/>
                        <a:cs typeface="Open Sans"/>
                        <a:sym typeface="Open Sans"/>
                      </a:endParaRPr>
                    </a:p>
                  </a:txBody>
                  <a:tcPr marL="80700" marR="80700" marT="80700" marB="80700" anchor="ctr">
                    <a:lnL w="12700" cap="flat" cmpd="sng">
                      <a:solidFill>
                        <a:srgbClr val="DBE2E8"/>
                      </a:solidFill>
                      <a:prstDash val="solid"/>
                      <a:round/>
                      <a:headEnd type="none" w="sm" len="sm"/>
                      <a:tailEnd type="none" w="sm" len="sm"/>
                    </a:lnL>
                    <a:lnR w="12700" cap="flat" cmpd="sng">
                      <a:solidFill>
                        <a:srgbClr val="DBE2E8"/>
                      </a:solidFill>
                      <a:prstDash val="solid"/>
                      <a:round/>
                      <a:headEnd type="none" w="sm" len="sm"/>
                      <a:tailEnd type="none" w="sm" len="sm"/>
                    </a:lnR>
                    <a:lnT w="12700" cap="flat" cmpd="sng">
                      <a:solidFill>
                        <a:srgbClr val="DBE2E8"/>
                      </a:solidFill>
                      <a:prstDash val="solid"/>
                      <a:round/>
                      <a:headEnd type="none" w="sm" len="sm"/>
                      <a:tailEnd type="none" w="sm" len="sm"/>
                    </a:lnT>
                    <a:lnB w="12700" cap="flat" cmpd="sng">
                      <a:solidFill>
                        <a:srgbClr val="DBE2E8"/>
                      </a:solidFill>
                      <a:prstDash val="solid"/>
                      <a:round/>
                      <a:headEnd type="none" w="sm" len="sm"/>
                      <a:tailEnd type="none" w="sm" len="sm"/>
                    </a:lnB>
                    <a:solidFill>
                      <a:srgbClr val="02B3E4"/>
                    </a:solidFill>
                  </a:tcPr>
                </a:tc>
                <a:tc>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latin typeface="Open Sans Medium"/>
                        <a:ea typeface="Open Sans Medium"/>
                        <a:cs typeface="Open Sans Medium"/>
                        <a:sym typeface="Open Sans Medium"/>
                      </a:endParaRPr>
                    </a:p>
                  </a:txBody>
                  <a:tcPr marL="80675" marR="80675" marT="80675" marB="80675" anchor="ctr">
                    <a:lnL w="12700" cap="flat" cmpd="sng">
                      <a:solidFill>
                        <a:srgbClr val="DBE2E8"/>
                      </a:solidFill>
                      <a:prstDash val="solid"/>
                      <a:round/>
                      <a:headEnd type="none" w="sm" len="sm"/>
                      <a:tailEnd type="none" w="sm" len="sm"/>
                    </a:lnL>
                    <a:lnR w="9525" cap="flat" cmpd="sng">
                      <a:solidFill>
                        <a:srgbClr val="DBE2E8"/>
                      </a:solidFill>
                      <a:prstDash val="solid"/>
                      <a:round/>
                      <a:headEnd type="none" w="sm" len="sm"/>
                      <a:tailEnd type="none" w="sm" len="sm"/>
                    </a:lnR>
                    <a:lnT w="9525" cap="flat" cmpd="sng">
                      <a:solidFill>
                        <a:srgbClr val="DBE2E8"/>
                      </a:solidFill>
                      <a:prstDash val="solid"/>
                      <a:round/>
                      <a:headEnd type="none" w="sm" len="sm"/>
                      <a:tailEnd type="none" w="sm" len="sm"/>
                    </a:lnT>
                    <a:lnB w="9525" cap="flat" cmpd="sng">
                      <a:solidFill>
                        <a:srgbClr val="DBE2E8"/>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endParaRPr sz="1200" u="none" strike="noStrike" cap="none">
                        <a:latin typeface="Open Sans Medium"/>
                        <a:ea typeface="Open Sans Medium"/>
                        <a:cs typeface="Open Sans Medium"/>
                        <a:sym typeface="Open Sans Medium"/>
                      </a:endParaRPr>
                    </a:p>
                  </a:txBody>
                  <a:tcPr marL="80675" marR="80675" marT="80675" marB="80675" anchor="ctr">
                    <a:lnL w="9525" cap="flat" cmpd="sng">
                      <a:solidFill>
                        <a:srgbClr val="DBE2E8"/>
                      </a:solidFill>
                      <a:prstDash val="solid"/>
                      <a:round/>
                      <a:headEnd type="none" w="sm" len="sm"/>
                      <a:tailEnd type="none" w="sm" len="sm"/>
                    </a:lnL>
                    <a:lnR w="9525" cap="flat" cmpd="sng">
                      <a:solidFill>
                        <a:srgbClr val="DBE2E8"/>
                      </a:solidFill>
                      <a:prstDash val="solid"/>
                      <a:round/>
                      <a:headEnd type="none" w="sm" len="sm"/>
                      <a:tailEnd type="none" w="sm" len="sm"/>
                    </a:lnR>
                    <a:lnT w="9525" cap="flat" cmpd="sng">
                      <a:solidFill>
                        <a:srgbClr val="DBE2E8"/>
                      </a:solidFill>
                      <a:prstDash val="solid"/>
                      <a:round/>
                      <a:headEnd type="none" w="sm" len="sm"/>
                      <a:tailEnd type="none" w="sm" len="sm"/>
                    </a:lnT>
                    <a:lnB w="9525" cap="flat" cmpd="sng">
                      <a:solidFill>
                        <a:srgbClr val="DBE2E8"/>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endParaRPr sz="1200" u="none" strike="noStrike" cap="none" dirty="0">
                        <a:latin typeface="Open Sans Medium"/>
                        <a:ea typeface="Open Sans Medium"/>
                        <a:cs typeface="Open Sans Medium"/>
                        <a:sym typeface="Open Sans Medium"/>
                      </a:endParaRPr>
                    </a:p>
                  </a:txBody>
                  <a:tcPr marL="80675" marR="80675" marT="80675" marB="80675" anchor="ctr">
                    <a:lnL w="9525" cap="flat" cmpd="sng">
                      <a:solidFill>
                        <a:srgbClr val="DBE2E8"/>
                      </a:solidFill>
                      <a:prstDash val="solid"/>
                      <a:round/>
                      <a:headEnd type="none" w="sm" len="sm"/>
                      <a:tailEnd type="none" w="sm" len="sm"/>
                    </a:lnL>
                    <a:lnR w="9525" cap="flat" cmpd="sng">
                      <a:solidFill>
                        <a:srgbClr val="DBE2E8"/>
                      </a:solidFill>
                      <a:prstDash val="solid"/>
                      <a:round/>
                      <a:headEnd type="none" w="sm" len="sm"/>
                      <a:tailEnd type="none" w="sm" len="sm"/>
                    </a:lnR>
                    <a:lnT w="9525" cap="flat" cmpd="sng">
                      <a:solidFill>
                        <a:srgbClr val="DBE2E8"/>
                      </a:solidFill>
                      <a:prstDash val="solid"/>
                      <a:round/>
                      <a:headEnd type="none" w="sm" len="sm"/>
                      <a:tailEnd type="none" w="sm" len="sm"/>
                    </a:lnT>
                    <a:lnB w="9525" cap="flat" cmpd="sng">
                      <a:solidFill>
                        <a:srgbClr val="DBE2E8"/>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D3B59"/>
        </a:solidFill>
        <a:effectLst/>
      </p:bgPr>
    </p:bg>
    <p:spTree>
      <p:nvGrpSpPr>
        <p:cNvPr id="1" name="Shape 255"/>
        <p:cNvGrpSpPr/>
        <p:nvPr/>
      </p:nvGrpSpPr>
      <p:grpSpPr>
        <a:xfrm>
          <a:off x="0" y="0"/>
          <a:ext cx="0" cy="0"/>
          <a:chOff x="0" y="0"/>
          <a:chExt cx="0" cy="0"/>
        </a:xfrm>
      </p:grpSpPr>
      <p:sp>
        <p:nvSpPr>
          <p:cNvPr id="256" name="Google Shape;256;p20"/>
          <p:cNvSpPr txBox="1"/>
          <p:nvPr/>
        </p:nvSpPr>
        <p:spPr>
          <a:xfrm>
            <a:off x="625642" y="2544270"/>
            <a:ext cx="4644190" cy="132343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FF"/>
              </a:buClr>
              <a:buSzPts val="4800"/>
              <a:buFont typeface="Corbel"/>
              <a:buNone/>
            </a:pPr>
            <a:r>
              <a:rPr lang="en" sz="4800" b="0" i="0" u="none" strike="noStrike" cap="none">
                <a:solidFill>
                  <a:srgbClr val="FFFFFF"/>
                </a:solidFill>
                <a:latin typeface="Corbel"/>
                <a:ea typeface="Corbel"/>
                <a:cs typeface="Corbel"/>
                <a:sym typeface="Corbel"/>
              </a:rPr>
              <a:t>Section 3:</a:t>
            </a:r>
            <a:endParaRPr/>
          </a:p>
          <a:p>
            <a:pPr marL="0" marR="0" lvl="0" indent="0" algn="l" rtl="0">
              <a:lnSpc>
                <a:spcPct val="100000"/>
              </a:lnSpc>
              <a:spcBef>
                <a:spcPts val="0"/>
              </a:spcBef>
              <a:spcAft>
                <a:spcPts val="0"/>
              </a:spcAft>
              <a:buClr>
                <a:srgbClr val="FFFFFF"/>
              </a:buClr>
              <a:buSzPts val="3200"/>
              <a:buFont typeface="Corbel"/>
              <a:buNone/>
            </a:pPr>
            <a:r>
              <a:rPr lang="en" sz="3200" b="0" i="0" u="none" strike="noStrike" cap="none">
                <a:solidFill>
                  <a:srgbClr val="FFFFFF"/>
                </a:solidFill>
                <a:latin typeface="Corbel"/>
                <a:ea typeface="Corbel"/>
                <a:cs typeface="Corbel"/>
                <a:sym typeface="Corbel"/>
              </a:rPr>
              <a:t>Container Security (20)</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22"/>
          <p:cNvSpPr txBox="1">
            <a:spLocks noGrp="1"/>
          </p:cNvSpPr>
          <p:nvPr>
            <p:ph type="title"/>
          </p:nvPr>
        </p:nvSpPr>
        <p:spPr>
          <a:xfrm>
            <a:off x="233775" y="791155"/>
            <a:ext cx="6390529" cy="1018091"/>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200"/>
              <a:buFont typeface="Open Sans Light"/>
              <a:buNone/>
            </a:pPr>
            <a:r>
              <a:rPr lang="en" sz="2824" b="0" i="0" u="none" strike="noStrike" cap="none">
                <a:solidFill>
                  <a:srgbClr val="02B3E4"/>
                </a:solidFill>
                <a:latin typeface="Open Sans Light"/>
                <a:ea typeface="Open Sans Light"/>
                <a:cs typeface="Open Sans Light"/>
                <a:sym typeface="Open Sans Light"/>
              </a:rPr>
              <a:t>Trivy scan screenshot</a:t>
            </a:r>
            <a:endParaRPr/>
          </a:p>
        </p:txBody>
      </p:sp>
      <p:sp>
        <p:nvSpPr>
          <p:cNvPr id="268" name="Google Shape;268;p22"/>
          <p:cNvSpPr txBox="1"/>
          <p:nvPr/>
        </p:nvSpPr>
        <p:spPr>
          <a:xfrm>
            <a:off x="201618" y="1890508"/>
            <a:ext cx="6454853" cy="662666"/>
          </a:xfrm>
          <a:prstGeom prst="rect">
            <a:avLst/>
          </a:prstGeom>
          <a:noFill/>
          <a:ln>
            <a:noFill/>
          </a:ln>
        </p:spPr>
        <p:txBody>
          <a:bodyPr spcFirstLastPara="1" wrap="square" lIns="80650" tIns="80650" rIns="80650" bIns="80650" anchor="t" anchorCtr="0">
            <a:spAutoFit/>
          </a:bodyPr>
          <a:lstStyle/>
          <a:p>
            <a:pPr marL="0" marR="0" lvl="0" indent="0" algn="l" rtl="0">
              <a:lnSpc>
                <a:spcPct val="115000"/>
              </a:lnSpc>
              <a:spcBef>
                <a:spcPts val="0"/>
              </a:spcBef>
              <a:spcAft>
                <a:spcPts val="0"/>
              </a:spcAft>
              <a:buNone/>
            </a:pPr>
            <a:r>
              <a:rPr lang="en" sz="1412" i="1">
                <a:solidFill>
                  <a:srgbClr val="525C65"/>
                </a:solidFill>
                <a:latin typeface="Open Sans Light"/>
                <a:ea typeface="Open Sans Light"/>
                <a:cs typeface="Open Sans Light"/>
                <a:sym typeface="Open Sans Light"/>
              </a:rPr>
              <a:t>Place a screenshot from the Trivy scan results on this slide. Make sure your hostname is clearly visible.</a:t>
            </a:r>
            <a:endParaRPr sz="1412">
              <a:solidFill>
                <a:srgbClr val="000000"/>
              </a:solidFill>
              <a:latin typeface="Arial"/>
              <a:ea typeface="Arial"/>
              <a:cs typeface="Arial"/>
              <a:sym typeface="Arial"/>
            </a:endParaRPr>
          </a:p>
        </p:txBody>
      </p:sp>
      <p:pic>
        <p:nvPicPr>
          <p:cNvPr id="7" name="Picture 6">
            <a:extLst>
              <a:ext uri="{FF2B5EF4-FFF2-40B4-BE49-F238E27FC236}">
                <a16:creationId xmlns:a16="http://schemas.microsoft.com/office/drawing/2014/main" id="{1AE7B427-7A09-DDBF-0574-AE31DA0E7B2C}"/>
              </a:ext>
            </a:extLst>
          </p:cNvPr>
          <p:cNvPicPr>
            <a:picLocks noChangeAspect="1"/>
          </p:cNvPicPr>
          <p:nvPr/>
        </p:nvPicPr>
        <p:blipFill>
          <a:blip r:embed="rId3"/>
          <a:stretch>
            <a:fillRect/>
          </a:stretch>
        </p:blipFill>
        <p:spPr>
          <a:xfrm>
            <a:off x="0" y="1970130"/>
            <a:ext cx="6858000" cy="462069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23"/>
          <p:cNvSpPr txBox="1">
            <a:spLocks noGrp="1"/>
          </p:cNvSpPr>
          <p:nvPr>
            <p:ph type="title"/>
          </p:nvPr>
        </p:nvSpPr>
        <p:spPr>
          <a:xfrm>
            <a:off x="233775" y="791155"/>
            <a:ext cx="6390529" cy="1018091"/>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200"/>
              <a:buFont typeface="Open Sans Light"/>
              <a:buNone/>
            </a:pPr>
            <a:r>
              <a:rPr lang="en" sz="2824" b="0" i="0" u="none" strike="noStrike" cap="none">
                <a:solidFill>
                  <a:srgbClr val="02B3E4"/>
                </a:solidFill>
                <a:latin typeface="Open Sans Light"/>
                <a:ea typeface="Open Sans Light"/>
                <a:cs typeface="Open Sans Light"/>
                <a:sym typeface="Open Sans Light"/>
              </a:rPr>
              <a:t>Report to Fix Container Issues</a:t>
            </a:r>
            <a:endParaRPr/>
          </a:p>
        </p:txBody>
      </p:sp>
      <p:graphicFrame>
        <p:nvGraphicFramePr>
          <p:cNvPr id="275" name="Google Shape;275;p23"/>
          <p:cNvGraphicFramePr/>
          <p:nvPr>
            <p:extLst>
              <p:ext uri="{D42A27DB-BD31-4B8C-83A1-F6EECF244321}">
                <p14:modId xmlns:p14="http://schemas.microsoft.com/office/powerpoint/2010/main" val="1276037243"/>
              </p:ext>
            </p:extLst>
          </p:nvPr>
        </p:nvGraphicFramePr>
        <p:xfrm>
          <a:off x="121920" y="1615441"/>
          <a:ext cx="6502304" cy="6964495"/>
        </p:xfrm>
        <a:graphic>
          <a:graphicData uri="http://schemas.openxmlformats.org/drawingml/2006/table">
            <a:tbl>
              <a:tblPr>
                <a:noFill/>
                <a:tableStyleId>{26DBA037-5822-4F53-A53A-243C1EEF8FA9}</a:tableStyleId>
              </a:tblPr>
              <a:tblGrid>
                <a:gridCol w="2747124">
                  <a:extLst>
                    <a:ext uri="{9D8B030D-6E8A-4147-A177-3AD203B41FA5}">
                      <a16:colId xmlns:a16="http://schemas.microsoft.com/office/drawing/2014/main" val="20000"/>
                    </a:ext>
                  </a:extLst>
                </a:gridCol>
                <a:gridCol w="2210484">
                  <a:extLst>
                    <a:ext uri="{9D8B030D-6E8A-4147-A177-3AD203B41FA5}">
                      <a16:colId xmlns:a16="http://schemas.microsoft.com/office/drawing/2014/main" val="20001"/>
                    </a:ext>
                  </a:extLst>
                </a:gridCol>
                <a:gridCol w="1544696">
                  <a:extLst>
                    <a:ext uri="{9D8B030D-6E8A-4147-A177-3AD203B41FA5}">
                      <a16:colId xmlns:a16="http://schemas.microsoft.com/office/drawing/2014/main" val="20002"/>
                    </a:ext>
                  </a:extLst>
                </a:gridCol>
              </a:tblGrid>
              <a:tr h="542277">
                <a:tc>
                  <a:txBody>
                    <a:bodyPr/>
                    <a:lstStyle/>
                    <a:p>
                      <a:pPr marL="0" marR="0" lvl="0" indent="0" algn="ctr" rtl="0">
                        <a:lnSpc>
                          <a:spcPct val="100000"/>
                        </a:lnSpc>
                        <a:spcBef>
                          <a:spcPts val="0"/>
                        </a:spcBef>
                        <a:spcAft>
                          <a:spcPts val="0"/>
                        </a:spcAft>
                        <a:buClr>
                          <a:srgbClr val="000000"/>
                        </a:buClr>
                        <a:buSzPts val="1600"/>
                        <a:buFont typeface="Arial"/>
                        <a:buNone/>
                      </a:pPr>
                      <a:r>
                        <a:rPr lang="en" sz="1200" b="1" u="none" strike="noStrike" cap="none" dirty="0">
                          <a:solidFill>
                            <a:schemeClr val="tx1"/>
                          </a:solidFill>
                          <a:latin typeface="Open Sans"/>
                          <a:ea typeface="Open Sans"/>
                          <a:cs typeface="Open Sans"/>
                          <a:sym typeface="Open Sans"/>
                        </a:rPr>
                        <a:t>Vulnerability Name</a:t>
                      </a:r>
                      <a:endParaRPr sz="1200" b="1" u="none" strike="noStrike" cap="none" dirty="0">
                        <a:solidFill>
                          <a:schemeClr val="tx1"/>
                        </a:solidFill>
                        <a:latin typeface="Open Sans"/>
                        <a:ea typeface="Open Sans"/>
                        <a:cs typeface="Open Sans"/>
                        <a:sym typeface="Open Sans"/>
                      </a:endParaRPr>
                    </a:p>
                  </a:txBody>
                  <a:tcPr marL="80675" marR="80675" marT="80675" marB="80675" anchor="ctr"/>
                </a:tc>
                <a:tc>
                  <a:txBody>
                    <a:bodyPr/>
                    <a:lstStyle/>
                    <a:p>
                      <a:pPr marL="0" marR="0" lvl="0" indent="0" algn="ctr" rtl="0">
                        <a:lnSpc>
                          <a:spcPct val="100000"/>
                        </a:lnSpc>
                        <a:spcBef>
                          <a:spcPts val="0"/>
                        </a:spcBef>
                        <a:spcAft>
                          <a:spcPts val="0"/>
                        </a:spcAft>
                        <a:buClr>
                          <a:srgbClr val="000000"/>
                        </a:buClr>
                        <a:buSzPts val="1600"/>
                        <a:buFont typeface="Arial"/>
                        <a:buNone/>
                      </a:pPr>
                      <a:r>
                        <a:rPr lang="en" sz="1200" b="1" u="none" strike="noStrike" cap="none" dirty="0">
                          <a:solidFill>
                            <a:schemeClr val="tx1"/>
                          </a:solidFill>
                          <a:latin typeface="Open Sans"/>
                          <a:ea typeface="Open Sans"/>
                          <a:cs typeface="Open Sans"/>
                          <a:sym typeface="Open Sans"/>
                        </a:rPr>
                        <a:t>Unpatched Software Version</a:t>
                      </a:r>
                      <a:endParaRPr sz="1200" b="1" u="none" strike="noStrike" cap="none" dirty="0">
                        <a:solidFill>
                          <a:schemeClr val="tx1"/>
                        </a:solidFill>
                        <a:latin typeface="Open Sans"/>
                        <a:ea typeface="Open Sans"/>
                        <a:cs typeface="Open Sans"/>
                        <a:sym typeface="Open Sans"/>
                      </a:endParaRPr>
                    </a:p>
                  </a:txBody>
                  <a:tcPr marL="80675" marR="80675" marT="80675" marB="80675" anchor="ctr"/>
                </a:tc>
                <a:tc>
                  <a:txBody>
                    <a:bodyPr/>
                    <a:lstStyle/>
                    <a:p>
                      <a:pPr marL="0" marR="0" lvl="0" indent="0" algn="ctr" rtl="0">
                        <a:lnSpc>
                          <a:spcPct val="100000"/>
                        </a:lnSpc>
                        <a:spcBef>
                          <a:spcPts val="0"/>
                        </a:spcBef>
                        <a:spcAft>
                          <a:spcPts val="0"/>
                        </a:spcAft>
                        <a:buClr>
                          <a:srgbClr val="000000"/>
                        </a:buClr>
                        <a:buSzPts val="1600"/>
                        <a:buFont typeface="Arial"/>
                        <a:buNone/>
                      </a:pPr>
                      <a:r>
                        <a:rPr lang="en" sz="1200" b="1" u="none" strike="noStrike" cap="none" dirty="0">
                          <a:solidFill>
                            <a:schemeClr val="tx1"/>
                          </a:solidFill>
                          <a:latin typeface="Open Sans"/>
                          <a:ea typeface="Open Sans"/>
                          <a:cs typeface="Open Sans"/>
                          <a:sym typeface="Open Sans"/>
                        </a:rPr>
                        <a:t>Patched Software Version</a:t>
                      </a:r>
                      <a:endParaRPr sz="1200" b="1" u="none" strike="noStrike" cap="none" dirty="0">
                        <a:solidFill>
                          <a:schemeClr val="tx1"/>
                        </a:solidFill>
                        <a:latin typeface="Open Sans"/>
                        <a:ea typeface="Open Sans"/>
                        <a:cs typeface="Open Sans"/>
                        <a:sym typeface="Open Sans"/>
                      </a:endParaRPr>
                    </a:p>
                  </a:txBody>
                  <a:tcPr marL="80675" marR="80675" marT="80675" marB="80675" anchor="ctr"/>
                </a:tc>
                <a:extLst>
                  <a:ext uri="{0D108BD9-81ED-4DB2-BD59-A6C34878D82A}">
                    <a16:rowId xmlns:a16="http://schemas.microsoft.com/office/drawing/2014/main" val="10000"/>
                  </a:ext>
                </a:extLst>
              </a:tr>
              <a:tr h="0">
                <a:tc>
                  <a:txBody>
                    <a:bodyPr/>
                    <a:lstStyle/>
                    <a:p>
                      <a:pPr>
                        <a:buNone/>
                      </a:pPr>
                      <a:endParaRPr lang="en-IN" sz="1100" dirty="0">
                        <a:solidFill>
                          <a:schemeClr val="tx1"/>
                        </a:solidFill>
                      </a:endParaRPr>
                    </a:p>
                  </a:txBody>
                  <a:tcPr anchor="ctr"/>
                </a:tc>
                <a:tc>
                  <a:txBody>
                    <a:bodyPr/>
                    <a:lstStyle/>
                    <a:p>
                      <a:pPr>
                        <a:buNone/>
                      </a:pPr>
                      <a:endParaRPr lang="en-IN" sz="1100" dirty="0">
                        <a:solidFill>
                          <a:schemeClr val="tx1"/>
                        </a:solidFill>
                      </a:endParaRPr>
                    </a:p>
                  </a:txBody>
                  <a:tcPr anchor="ctr"/>
                </a:tc>
                <a:tc>
                  <a:txBody>
                    <a:bodyPr/>
                    <a:lstStyle/>
                    <a:p>
                      <a:pPr>
                        <a:buNone/>
                      </a:pPr>
                      <a:endParaRPr lang="en-IN" sz="1100" dirty="0">
                        <a:solidFill>
                          <a:schemeClr val="tx1"/>
                        </a:solidFill>
                      </a:endParaRPr>
                    </a:p>
                  </a:txBody>
                  <a:tcPr anchor="ctr"/>
                </a:tc>
                <a:extLst>
                  <a:ext uri="{0D108BD9-81ED-4DB2-BD59-A6C34878D82A}">
                    <a16:rowId xmlns:a16="http://schemas.microsoft.com/office/drawing/2014/main" val="10002"/>
                  </a:ext>
                </a:extLst>
              </a:tr>
              <a:tr h="611199">
                <a:tc>
                  <a:txBody>
                    <a:bodyPr/>
                    <a:lstStyle/>
                    <a:p>
                      <a:pPr>
                        <a:buNone/>
                      </a:pPr>
                      <a:r>
                        <a:rPr lang="en-IN" sz="1100" b="1" dirty="0">
                          <a:solidFill>
                            <a:schemeClr val="tx1"/>
                          </a:solidFill>
                        </a:rPr>
                        <a:t>CVE-2018-11236</a:t>
                      </a:r>
                      <a:r>
                        <a:rPr lang="en-IN" sz="1100" dirty="0">
                          <a:solidFill>
                            <a:schemeClr val="tx1"/>
                          </a:solidFill>
                        </a:rPr>
                        <a:t> </a:t>
                      </a:r>
                    </a:p>
                  </a:txBody>
                  <a:tcPr anchor="ctr"/>
                </a:tc>
                <a:tc>
                  <a:txBody>
                    <a:bodyPr/>
                    <a:lstStyle/>
                    <a:p>
                      <a:pPr>
                        <a:buNone/>
                      </a:pPr>
                      <a:r>
                        <a:rPr lang="en-US" sz="1100" dirty="0">
                          <a:solidFill>
                            <a:schemeClr val="tx1"/>
                          </a:solidFill>
                        </a:rPr>
                        <a:t>version </a:t>
                      </a:r>
                      <a:r>
                        <a:rPr lang="en-US" sz="1100" b="1" dirty="0">
                          <a:solidFill>
                            <a:schemeClr val="tx1"/>
                          </a:solidFill>
                        </a:rPr>
                        <a:t>2.27</a:t>
                      </a:r>
                      <a:endParaRPr lang="en-US" sz="1100" dirty="0">
                        <a:solidFill>
                          <a:schemeClr val="tx1"/>
                        </a:solidFill>
                      </a:endParaRPr>
                    </a:p>
                  </a:txBody>
                  <a:tcPr anchor="ctr"/>
                </a:tc>
                <a:tc>
                  <a:txBody>
                    <a:bodyPr/>
                    <a:lstStyle/>
                    <a:p>
                      <a:pPr>
                        <a:buNone/>
                      </a:pPr>
                      <a:r>
                        <a:rPr lang="en-US" sz="1100" dirty="0">
                          <a:solidFill>
                            <a:schemeClr val="tx1"/>
                          </a:solidFill>
                        </a:rPr>
                        <a:t>Fixed versions: Debian bullseye – 2.31-13+deb11u11 and later. </a:t>
                      </a:r>
                    </a:p>
                  </a:txBody>
                  <a:tcPr anchor="ctr"/>
                </a:tc>
                <a:extLst>
                  <a:ext uri="{0D108BD9-81ED-4DB2-BD59-A6C34878D82A}">
                    <a16:rowId xmlns:a16="http://schemas.microsoft.com/office/drawing/2014/main" val="3249423813"/>
                  </a:ext>
                </a:extLst>
              </a:tr>
              <a:tr h="967732">
                <a:tc>
                  <a:txBody>
                    <a:bodyPr/>
                    <a:lstStyle/>
                    <a:p>
                      <a:pPr>
                        <a:buNone/>
                      </a:pPr>
                      <a:r>
                        <a:rPr lang="en-IN" sz="1100" b="1" dirty="0">
                          <a:solidFill>
                            <a:schemeClr val="tx1"/>
                          </a:solidFill>
                        </a:rPr>
                        <a:t>CVE-2021-33574</a:t>
                      </a:r>
                      <a:endParaRPr lang="en-IN" sz="1100" dirty="0">
                        <a:solidFill>
                          <a:schemeClr val="tx1"/>
                        </a:solidFill>
                      </a:endParaRPr>
                    </a:p>
                  </a:txBody>
                  <a:tcPr anchor="ctr"/>
                </a:tc>
                <a:tc>
                  <a:txBody>
                    <a:bodyPr/>
                    <a:lstStyle/>
                    <a:p>
                      <a:pPr>
                        <a:buNone/>
                      </a:pPr>
                      <a:r>
                        <a:rPr lang="en-US" sz="1100" dirty="0">
                          <a:solidFill>
                            <a:schemeClr val="tx1"/>
                          </a:solidFill>
                        </a:rPr>
                        <a:t>versions </a:t>
                      </a:r>
                      <a:r>
                        <a:rPr lang="en-US" sz="1100" b="1" dirty="0">
                          <a:solidFill>
                            <a:schemeClr val="tx1"/>
                          </a:solidFill>
                        </a:rPr>
                        <a:t>2.32 and 2.33</a:t>
                      </a:r>
                      <a:r>
                        <a:rPr lang="en-US" sz="1100" dirty="0">
                          <a:solidFill>
                            <a:schemeClr val="tx1"/>
                          </a:solidFill>
                        </a:rPr>
                        <a:t> </a:t>
                      </a:r>
                    </a:p>
                  </a:txBody>
                  <a:tcPr anchor="ctr"/>
                </a:tc>
                <a:tc>
                  <a:txBody>
                    <a:bodyPr/>
                    <a:lstStyle/>
                    <a:p>
                      <a:pPr>
                        <a:buNone/>
                      </a:pPr>
                      <a:r>
                        <a:rPr lang="en-IN" sz="1100" dirty="0">
                          <a:solidFill>
                            <a:schemeClr val="tx1"/>
                          </a:solidFill>
                        </a:rPr>
                        <a:t>Fixed in versions: Debian bullseye security 2.31-13+deb11u13, bookworm 2.36-9+deb12u10. </a:t>
                      </a:r>
                    </a:p>
                  </a:txBody>
                  <a:tcPr anchor="ctr"/>
                </a:tc>
                <a:extLst>
                  <a:ext uri="{0D108BD9-81ED-4DB2-BD59-A6C34878D82A}">
                    <a16:rowId xmlns:a16="http://schemas.microsoft.com/office/drawing/2014/main" val="3067397961"/>
                  </a:ext>
                </a:extLst>
              </a:tr>
              <a:tr h="1145998">
                <a:tc>
                  <a:txBody>
                    <a:bodyPr/>
                    <a:lstStyle/>
                    <a:p>
                      <a:pPr>
                        <a:buNone/>
                      </a:pPr>
                      <a:r>
                        <a:rPr lang="en-IN" sz="1100" b="1">
                          <a:solidFill>
                            <a:schemeClr val="tx1"/>
                          </a:solidFill>
                        </a:rPr>
                        <a:t>CVE-2018-1000654</a:t>
                      </a:r>
                      <a:r>
                        <a:rPr lang="en-IN" sz="1100">
                          <a:solidFill>
                            <a:schemeClr val="tx1"/>
                          </a:solidFill>
                        </a:rPr>
                        <a:t> (Python / libtasn1 category)</a:t>
                      </a:r>
                    </a:p>
                  </a:txBody>
                  <a:tcPr anchor="ctr"/>
                </a:tc>
                <a:tc>
                  <a:txBody>
                    <a:bodyPr/>
                    <a:lstStyle/>
                    <a:p>
                      <a:pPr>
                        <a:buNone/>
                      </a:pPr>
                      <a:r>
                        <a:rPr lang="en-US" sz="1100" dirty="0">
                          <a:solidFill>
                            <a:schemeClr val="tx1"/>
                          </a:solidFill>
                        </a:rPr>
                        <a:t>libtasn1-4.12 / 4.13</a:t>
                      </a:r>
                    </a:p>
                  </a:txBody>
                  <a:tcPr anchor="ctr"/>
                </a:tc>
                <a:tc>
                  <a:txBody>
                    <a:bodyPr/>
                    <a:lstStyle/>
                    <a:p>
                      <a:pPr>
                        <a:buNone/>
                      </a:pPr>
                      <a:r>
                        <a:rPr lang="en-US" sz="1100">
                          <a:solidFill>
                            <a:schemeClr val="tx1"/>
                          </a:solidFill>
                        </a:rPr>
                        <a:t>Patched versions not consistently listed; vendors indicate upgrades of libtasn1 and related packages needed.</a:t>
                      </a:r>
                    </a:p>
                  </a:txBody>
                  <a:tcPr anchor="ctr"/>
                </a:tc>
                <a:extLst>
                  <a:ext uri="{0D108BD9-81ED-4DB2-BD59-A6C34878D82A}">
                    <a16:rowId xmlns:a16="http://schemas.microsoft.com/office/drawing/2014/main" val="10003"/>
                  </a:ext>
                </a:extLst>
              </a:tr>
              <a:tr h="789465">
                <a:tc>
                  <a:txBody>
                    <a:bodyPr/>
                    <a:lstStyle/>
                    <a:p>
                      <a:pPr>
                        <a:buNone/>
                      </a:pPr>
                      <a:r>
                        <a:rPr lang="en-IN" sz="1100" b="1">
                          <a:solidFill>
                            <a:schemeClr val="tx1"/>
                          </a:solidFill>
                        </a:rPr>
                        <a:t>CVE-2017-9049</a:t>
                      </a:r>
                      <a:r>
                        <a:rPr lang="en-IN" sz="1100">
                          <a:solidFill>
                            <a:schemeClr val="tx1"/>
                          </a:solidFill>
                        </a:rPr>
                        <a:t> (libxml2)</a:t>
                      </a:r>
                    </a:p>
                  </a:txBody>
                  <a:tcPr anchor="ctr"/>
                </a:tc>
                <a:tc>
                  <a:txBody>
                    <a:bodyPr/>
                    <a:lstStyle/>
                    <a:p>
                      <a:pPr>
                        <a:buNone/>
                      </a:pPr>
                      <a:r>
                        <a:rPr lang="en-IN" sz="1100" dirty="0">
                          <a:solidFill>
                            <a:schemeClr val="tx1"/>
                          </a:solidFill>
                        </a:rPr>
                        <a:t>libxml2 version </a:t>
                      </a:r>
                      <a:r>
                        <a:rPr lang="en-IN" sz="1100" b="1" dirty="0">
                          <a:solidFill>
                            <a:schemeClr val="tx1"/>
                          </a:solidFill>
                        </a:rPr>
                        <a:t>2.9.4+dfsg-7ubuntu1</a:t>
                      </a:r>
                      <a:r>
                        <a:rPr lang="en-IN" sz="1100" dirty="0">
                          <a:solidFill>
                            <a:schemeClr val="tx1"/>
                          </a:solidFill>
                        </a:rPr>
                        <a:t> </a:t>
                      </a:r>
                    </a:p>
                  </a:txBody>
                  <a:tcPr anchor="ctr"/>
                </a:tc>
                <a:tc>
                  <a:txBody>
                    <a:bodyPr/>
                    <a:lstStyle/>
                    <a:p>
                      <a:pPr>
                        <a:buNone/>
                      </a:pPr>
                      <a:r>
                        <a:rPr lang="en-IN" sz="1100" dirty="0">
                          <a:solidFill>
                            <a:schemeClr val="tx1"/>
                          </a:solidFill>
                        </a:rPr>
                        <a:t>Fixed in versions: libxml2 2.9.4</a:t>
                      </a:r>
                    </a:p>
                  </a:txBody>
                  <a:tcPr anchor="ctr"/>
                </a:tc>
                <a:extLst>
                  <a:ext uri="{0D108BD9-81ED-4DB2-BD59-A6C34878D82A}">
                    <a16:rowId xmlns:a16="http://schemas.microsoft.com/office/drawing/2014/main" val="10004"/>
                  </a:ext>
                </a:extLst>
              </a:tr>
              <a:tr h="789465">
                <a:tc>
                  <a:txBody>
                    <a:bodyPr/>
                    <a:lstStyle/>
                    <a:p>
                      <a:pPr>
                        <a:buNone/>
                      </a:pPr>
                      <a:r>
                        <a:rPr lang="en-IN" sz="1100" b="1">
                          <a:solidFill>
                            <a:schemeClr val="tx1"/>
                          </a:solidFill>
                        </a:rPr>
                        <a:t>CVE-2014-6271</a:t>
                      </a:r>
                      <a:r>
                        <a:rPr lang="en-IN" sz="1100">
                          <a:solidFill>
                            <a:schemeClr val="tx1"/>
                          </a:solidFill>
                        </a:rPr>
                        <a:t> (bash – Shellshock)</a:t>
                      </a:r>
                    </a:p>
                  </a:txBody>
                  <a:tcPr anchor="ctr"/>
                </a:tc>
                <a:tc>
                  <a:txBody>
                    <a:bodyPr/>
                    <a:lstStyle/>
                    <a:p>
                      <a:pPr>
                        <a:buNone/>
                      </a:pPr>
                      <a:r>
                        <a:rPr lang="en-US" sz="1100" dirty="0">
                          <a:solidFill>
                            <a:schemeClr val="tx1"/>
                          </a:solidFill>
                        </a:rPr>
                        <a:t>Bash versions up to 4.3-7ubuntu1</a:t>
                      </a:r>
                    </a:p>
                  </a:txBody>
                  <a:tcPr anchor="ctr"/>
                </a:tc>
                <a:tc>
                  <a:txBody>
                    <a:bodyPr/>
                    <a:lstStyle/>
                    <a:p>
                      <a:pPr>
                        <a:buNone/>
                      </a:pPr>
                      <a:r>
                        <a:rPr lang="en-US" sz="1100">
                          <a:solidFill>
                            <a:schemeClr val="tx1"/>
                          </a:solidFill>
                        </a:rPr>
                        <a:t>Patched versions: On Ubuntu 18.04 scope, Bash updated to 4.3-7ubuntu1.8 or newer.</a:t>
                      </a:r>
                    </a:p>
                  </a:txBody>
                  <a:tcPr anchor="ctr"/>
                </a:tc>
                <a:extLst>
                  <a:ext uri="{0D108BD9-81ED-4DB2-BD59-A6C34878D82A}">
                    <a16:rowId xmlns:a16="http://schemas.microsoft.com/office/drawing/2014/main" val="10005"/>
                  </a:ext>
                </a:extLst>
              </a:tr>
              <a:tr h="789465">
                <a:tc>
                  <a:txBody>
                    <a:bodyPr/>
                    <a:lstStyle/>
                    <a:p>
                      <a:pPr>
                        <a:buNone/>
                      </a:pPr>
                      <a:r>
                        <a:rPr lang="en-IN" sz="1100" b="1">
                          <a:solidFill>
                            <a:schemeClr val="tx1"/>
                          </a:solidFill>
                        </a:rPr>
                        <a:t>CVE-2020-1971</a:t>
                      </a:r>
                      <a:r>
                        <a:rPr lang="en-IN" sz="1100">
                          <a:solidFill>
                            <a:schemeClr val="tx1"/>
                          </a:solidFill>
                        </a:rPr>
                        <a:t> (OpenSSL)</a:t>
                      </a:r>
                    </a:p>
                  </a:txBody>
                  <a:tcPr anchor="ctr"/>
                </a:tc>
                <a:tc>
                  <a:txBody>
                    <a:bodyPr/>
                    <a:lstStyle/>
                    <a:p>
                      <a:pPr>
                        <a:buNone/>
                      </a:pPr>
                      <a:r>
                        <a:rPr lang="en-US" sz="1100" dirty="0">
                          <a:solidFill>
                            <a:schemeClr val="tx1"/>
                          </a:solidFill>
                        </a:rPr>
                        <a:t>OpenSSL version 1.1.1-1ubuntu2 </a:t>
                      </a:r>
                    </a:p>
                  </a:txBody>
                  <a:tcPr anchor="ctr"/>
                </a:tc>
                <a:tc>
                  <a:txBody>
                    <a:bodyPr/>
                    <a:lstStyle/>
                    <a:p>
                      <a:pPr>
                        <a:buNone/>
                      </a:pPr>
                      <a:r>
                        <a:rPr lang="en-US" sz="1100" dirty="0">
                          <a:solidFill>
                            <a:schemeClr val="tx1"/>
                          </a:solidFill>
                        </a:rPr>
                        <a:t>Patched version: 1.1.1f-1ubuntu2.7.</a:t>
                      </a:r>
                    </a:p>
                  </a:txBody>
                  <a:tcPr anchor="ctr"/>
                </a:tc>
                <a:extLst>
                  <a:ext uri="{0D108BD9-81ED-4DB2-BD59-A6C34878D82A}">
                    <a16:rowId xmlns:a16="http://schemas.microsoft.com/office/drawing/2014/main" val="10006"/>
                  </a:ext>
                </a:extLst>
              </a:tr>
              <a:tr h="789465">
                <a:tc>
                  <a:txBody>
                    <a:bodyPr/>
                    <a:lstStyle/>
                    <a:p>
                      <a:pPr>
                        <a:buNone/>
                      </a:pPr>
                      <a:r>
                        <a:rPr lang="en-IN" sz="1100" b="1">
                          <a:solidFill>
                            <a:schemeClr val="tx1"/>
                          </a:solidFill>
                        </a:rPr>
                        <a:t>CVE-2019-18276</a:t>
                      </a:r>
                      <a:r>
                        <a:rPr lang="en-IN" sz="1100">
                          <a:solidFill>
                            <a:schemeClr val="tx1"/>
                          </a:solidFill>
                        </a:rPr>
                        <a:t> (bash)</a:t>
                      </a:r>
                    </a:p>
                  </a:txBody>
                  <a:tcPr anchor="ctr"/>
                </a:tc>
                <a:tc>
                  <a:txBody>
                    <a:bodyPr/>
                    <a:lstStyle/>
                    <a:p>
                      <a:pPr>
                        <a:buNone/>
                      </a:pPr>
                      <a:r>
                        <a:rPr lang="en-US" sz="1100" dirty="0">
                          <a:solidFill>
                            <a:schemeClr val="tx1"/>
                          </a:solidFill>
                        </a:rPr>
                        <a:t>Bash version 4.3-7ubuntu1</a:t>
                      </a:r>
                    </a:p>
                  </a:txBody>
                  <a:tcPr anchor="ctr"/>
                </a:tc>
                <a:tc>
                  <a:txBody>
                    <a:bodyPr/>
                    <a:lstStyle/>
                    <a:p>
                      <a:pPr>
                        <a:buNone/>
                      </a:pPr>
                      <a:r>
                        <a:rPr lang="en-US" sz="1100" dirty="0">
                          <a:solidFill>
                            <a:schemeClr val="tx1"/>
                          </a:solidFill>
                        </a:rPr>
                        <a:t>Patched version: 4.3-7ubuntu1.9).</a:t>
                      </a:r>
                    </a:p>
                  </a:txBody>
                  <a:tcPr anchor="ctr"/>
                </a:tc>
                <a:extLst>
                  <a:ext uri="{0D108BD9-81ED-4DB2-BD59-A6C34878D82A}">
                    <a16:rowId xmlns:a16="http://schemas.microsoft.com/office/drawing/2014/main" val="10007"/>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D3B59"/>
        </a:solidFill>
        <a:effectLst/>
      </p:bgPr>
    </p:bg>
    <p:spTree>
      <p:nvGrpSpPr>
        <p:cNvPr id="1" name="Shape 279"/>
        <p:cNvGrpSpPr/>
        <p:nvPr/>
      </p:nvGrpSpPr>
      <p:grpSpPr>
        <a:xfrm>
          <a:off x="0" y="0"/>
          <a:ext cx="0" cy="0"/>
          <a:chOff x="0" y="0"/>
          <a:chExt cx="0" cy="0"/>
        </a:xfrm>
      </p:grpSpPr>
      <p:sp>
        <p:nvSpPr>
          <p:cNvPr id="280" name="Google Shape;280;p24"/>
          <p:cNvSpPr txBox="1"/>
          <p:nvPr/>
        </p:nvSpPr>
        <p:spPr>
          <a:xfrm>
            <a:off x="625642" y="2544270"/>
            <a:ext cx="4644190" cy="132343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FF"/>
              </a:buClr>
              <a:buSzPts val="4800"/>
              <a:buFont typeface="Corbel"/>
              <a:buNone/>
            </a:pPr>
            <a:r>
              <a:rPr lang="en" sz="4800" b="0" i="0" u="none" strike="noStrike" cap="none">
                <a:solidFill>
                  <a:srgbClr val="FFFFFF"/>
                </a:solidFill>
                <a:latin typeface="Corbel"/>
                <a:ea typeface="Corbel"/>
                <a:cs typeface="Corbel"/>
                <a:sym typeface="Corbel"/>
              </a:rPr>
              <a:t>Section 4:</a:t>
            </a:r>
            <a:endParaRPr/>
          </a:p>
          <a:p>
            <a:pPr marL="0" marR="0" lvl="0" indent="0" algn="l" rtl="0">
              <a:lnSpc>
                <a:spcPct val="100000"/>
              </a:lnSpc>
              <a:spcBef>
                <a:spcPts val="0"/>
              </a:spcBef>
              <a:spcAft>
                <a:spcPts val="0"/>
              </a:spcAft>
              <a:buClr>
                <a:srgbClr val="FFFFFF"/>
              </a:buClr>
              <a:buSzPts val="3200"/>
              <a:buFont typeface="Corbel"/>
              <a:buNone/>
            </a:pPr>
            <a:r>
              <a:rPr lang="en" sz="3200" b="0" i="0" u="none" strike="noStrike" cap="none">
                <a:solidFill>
                  <a:srgbClr val="FFFFFF"/>
                </a:solidFill>
                <a:latin typeface="Corbel"/>
                <a:ea typeface="Corbel"/>
                <a:cs typeface="Corbel"/>
                <a:sym typeface="Corbel"/>
              </a:rPr>
              <a:t>API Security (15)</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25"/>
          <p:cNvSpPr txBox="1">
            <a:spLocks noGrp="1"/>
          </p:cNvSpPr>
          <p:nvPr>
            <p:ph type="title"/>
          </p:nvPr>
        </p:nvSpPr>
        <p:spPr>
          <a:xfrm>
            <a:off x="233775" y="902357"/>
            <a:ext cx="6390529" cy="988147"/>
          </a:xfrm>
          <a:prstGeom prst="rect">
            <a:avLst/>
          </a:prstGeom>
          <a:noFill/>
          <a:ln>
            <a:noFill/>
          </a:ln>
        </p:spPr>
        <p:txBody>
          <a:bodyPr spcFirstLastPara="1" wrap="square" lIns="80650" tIns="80650" rIns="80650" bIns="80650" anchor="ctr" anchorCtr="0">
            <a:noAutofit/>
          </a:bodyPr>
          <a:lstStyle/>
          <a:p>
            <a:pPr marL="0" lvl="0" indent="0" algn="l" rtl="0">
              <a:lnSpc>
                <a:spcPct val="100000"/>
              </a:lnSpc>
              <a:spcBef>
                <a:spcPts val="0"/>
              </a:spcBef>
              <a:spcAft>
                <a:spcPts val="0"/>
              </a:spcAft>
              <a:buSzPts val="3200"/>
              <a:buFont typeface="Open Sans Light"/>
              <a:buNone/>
            </a:pPr>
            <a:r>
              <a:rPr lang="en" dirty="0"/>
              <a:t>API Security</a:t>
            </a:r>
            <a:endParaRPr dirty="0"/>
          </a:p>
        </p:txBody>
      </p:sp>
      <p:sp>
        <p:nvSpPr>
          <p:cNvPr id="286" name="Google Shape;286;p25"/>
          <p:cNvSpPr txBox="1">
            <a:spLocks noGrp="1"/>
          </p:cNvSpPr>
          <p:nvPr>
            <p:ph type="body" idx="1"/>
          </p:nvPr>
        </p:nvSpPr>
        <p:spPr>
          <a:xfrm>
            <a:off x="233775" y="2123055"/>
            <a:ext cx="6390529" cy="5895000"/>
          </a:xfrm>
          <a:prstGeom prst="rect">
            <a:avLst/>
          </a:prstGeom>
          <a:noFill/>
          <a:ln>
            <a:noFill/>
          </a:ln>
        </p:spPr>
        <p:txBody>
          <a:bodyPr spcFirstLastPara="1" wrap="square" lIns="80650" tIns="80650" rIns="80650" bIns="80650" anchor="t" anchorCtr="0">
            <a:noAutofit/>
          </a:bodyPr>
          <a:lstStyle/>
          <a:p>
            <a:pPr marL="0" lvl="0" indent="0" algn="l" rtl="0">
              <a:lnSpc>
                <a:spcPct val="115000"/>
              </a:lnSpc>
              <a:spcBef>
                <a:spcPts val="1059"/>
              </a:spcBef>
              <a:spcAft>
                <a:spcPts val="0"/>
              </a:spcAft>
              <a:buSzPts val="1800"/>
              <a:buNone/>
            </a:pPr>
            <a:r>
              <a:rPr lang="en" dirty="0"/>
              <a:t>Management has partnered with an external sales vendor and asked for a generic API to be developed that tracks user’s data. Based on the data ingested they will create targeted sales advertisements to the customer base, this means a lot of confidential info about the users will be shared to 3rd party vendors.</a:t>
            </a:r>
            <a:endParaRPr dirty="0"/>
          </a:p>
          <a:p>
            <a:pPr marL="0" lvl="0" indent="0" algn="l" rtl="0">
              <a:lnSpc>
                <a:spcPct val="115000"/>
              </a:lnSpc>
              <a:spcBef>
                <a:spcPts val="1059"/>
              </a:spcBef>
              <a:spcAft>
                <a:spcPts val="0"/>
              </a:spcAft>
              <a:buSzPts val="1800"/>
              <a:buNone/>
            </a:pPr>
            <a:endParaRPr dirty="0"/>
          </a:p>
          <a:p>
            <a:pPr marL="0" lvl="0" indent="0" algn="l" rtl="0">
              <a:lnSpc>
                <a:spcPct val="115000"/>
              </a:lnSpc>
              <a:spcBef>
                <a:spcPts val="0"/>
              </a:spcBef>
              <a:spcAft>
                <a:spcPts val="0"/>
              </a:spcAft>
              <a:buSzPts val="1800"/>
              <a:buNone/>
            </a:pPr>
            <a:r>
              <a:rPr lang="en" dirty="0"/>
              <a:t>You need to </a:t>
            </a:r>
            <a:r>
              <a:rPr lang="en" b="1" dirty="0">
                <a:latin typeface="Open Sans"/>
                <a:ea typeface="Open Sans"/>
                <a:cs typeface="Open Sans"/>
                <a:sym typeface="Open Sans"/>
              </a:rPr>
              <a:t>identify 3 common API vulnerabilities</a:t>
            </a:r>
            <a:r>
              <a:rPr lang="en" dirty="0"/>
              <a:t> and propose effective remediation strategies. Keep in mind this code does not exist; this is the initial stages of development, and you are providing guidance to the engineering team. Feel free to make any assumptions about API features, implementations, and what private data might be shared.</a:t>
            </a:r>
            <a:endParaRPr dirty="0"/>
          </a:p>
          <a:p>
            <a:pPr marL="0" lvl="0" indent="0" algn="l" rtl="0">
              <a:lnSpc>
                <a:spcPct val="115000"/>
              </a:lnSpc>
              <a:spcBef>
                <a:spcPts val="0"/>
              </a:spcBef>
              <a:spcAft>
                <a:spcPts val="0"/>
              </a:spcAft>
              <a:buClr>
                <a:schemeClr val="dk1"/>
              </a:buClr>
              <a:buSzPts val="1100"/>
              <a:buNone/>
            </a:pPr>
            <a:endParaRPr b="1" i="1" dirty="0">
              <a:latin typeface="Open Sans"/>
              <a:ea typeface="Open Sans"/>
              <a:cs typeface="Open Sans"/>
              <a:sym typeface="Open Sans"/>
            </a:endParaRPr>
          </a:p>
          <a:p>
            <a:pPr marL="403433" lvl="0" indent="-302575" algn="l" rtl="0">
              <a:lnSpc>
                <a:spcPct val="115000"/>
              </a:lnSpc>
              <a:spcBef>
                <a:spcPts val="0"/>
              </a:spcBef>
              <a:spcAft>
                <a:spcPts val="0"/>
              </a:spcAft>
              <a:buSzPts val="1800"/>
              <a:buFont typeface="Open Sans"/>
              <a:buChar char="●"/>
            </a:pPr>
            <a:r>
              <a:rPr lang="en" b="1" i="1" dirty="0">
                <a:latin typeface="Open Sans"/>
                <a:ea typeface="Open Sans"/>
                <a:cs typeface="Open Sans"/>
                <a:sym typeface="Open Sans"/>
              </a:rPr>
              <a:t>For each identified common API vulnerability:</a:t>
            </a:r>
            <a:endParaRPr b="1" i="1" dirty="0">
              <a:latin typeface="Open Sans"/>
              <a:ea typeface="Open Sans"/>
              <a:cs typeface="Open Sans"/>
              <a:sym typeface="Open Sans"/>
            </a:endParaRPr>
          </a:p>
          <a:p>
            <a:pPr marL="806867" lvl="1" indent="-302575" algn="l" rtl="0">
              <a:lnSpc>
                <a:spcPct val="115000"/>
              </a:lnSpc>
              <a:spcBef>
                <a:spcPts val="0"/>
              </a:spcBef>
              <a:spcAft>
                <a:spcPts val="0"/>
              </a:spcAft>
              <a:buSzPts val="1800"/>
              <a:buFont typeface="Open Sans"/>
              <a:buChar char="○"/>
            </a:pPr>
            <a:r>
              <a:rPr lang="en" b="1" i="1" dirty="0">
                <a:latin typeface="Open Sans"/>
                <a:ea typeface="Open Sans"/>
                <a:cs typeface="Open Sans"/>
                <a:sym typeface="Open Sans"/>
              </a:rPr>
              <a:t>Describe the vulnerability</a:t>
            </a:r>
            <a:endParaRPr b="1" i="1" dirty="0">
              <a:latin typeface="Open Sans"/>
              <a:ea typeface="Open Sans"/>
              <a:cs typeface="Open Sans"/>
              <a:sym typeface="Open Sans"/>
            </a:endParaRPr>
          </a:p>
          <a:p>
            <a:pPr marL="806867" lvl="1" indent="-302575" algn="l" rtl="0">
              <a:lnSpc>
                <a:spcPct val="115000"/>
              </a:lnSpc>
              <a:spcBef>
                <a:spcPts val="0"/>
              </a:spcBef>
              <a:spcAft>
                <a:spcPts val="0"/>
              </a:spcAft>
              <a:buSzPts val="1800"/>
              <a:buFont typeface="Open Sans"/>
              <a:buChar char="○"/>
            </a:pPr>
            <a:r>
              <a:rPr lang="en" b="1" i="1" dirty="0">
                <a:latin typeface="Open Sans"/>
                <a:ea typeface="Open Sans"/>
                <a:cs typeface="Open Sans"/>
                <a:sym typeface="Open Sans"/>
              </a:rPr>
              <a:t>Explain the risk</a:t>
            </a:r>
            <a:endParaRPr b="1" i="1" dirty="0">
              <a:latin typeface="Open Sans"/>
              <a:ea typeface="Open Sans"/>
              <a:cs typeface="Open Sans"/>
              <a:sym typeface="Open Sans"/>
            </a:endParaRPr>
          </a:p>
          <a:p>
            <a:pPr marL="806867" lvl="1" indent="-302575" algn="l" rtl="0">
              <a:lnSpc>
                <a:spcPct val="115000"/>
              </a:lnSpc>
              <a:spcBef>
                <a:spcPts val="0"/>
              </a:spcBef>
              <a:spcAft>
                <a:spcPts val="0"/>
              </a:spcAft>
              <a:buSzPts val="1800"/>
              <a:buFont typeface="Open Sans"/>
              <a:buChar char="○"/>
            </a:pPr>
            <a:r>
              <a:rPr lang="en" b="1" i="1" dirty="0">
                <a:latin typeface="Open Sans"/>
                <a:ea typeface="Open Sans"/>
                <a:cs typeface="Open Sans"/>
                <a:sym typeface="Open Sans"/>
              </a:rPr>
              <a:t>Provide remediation strategy</a:t>
            </a:r>
            <a:endParaRPr b="1" i="1" dirty="0">
              <a:latin typeface="Open Sans"/>
              <a:ea typeface="Open Sans"/>
              <a:cs typeface="Open Sans"/>
              <a:sym typeface="Open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26"/>
          <p:cNvSpPr txBox="1">
            <a:spLocks noGrp="1"/>
          </p:cNvSpPr>
          <p:nvPr>
            <p:ph type="title"/>
          </p:nvPr>
        </p:nvSpPr>
        <p:spPr>
          <a:xfrm>
            <a:off x="233775" y="791155"/>
            <a:ext cx="6390529" cy="1018091"/>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200"/>
              <a:buFont typeface="Open Sans Light"/>
              <a:buNone/>
            </a:pPr>
            <a:r>
              <a:rPr lang="en" sz="2824" b="0" i="0" u="none" strike="noStrike" cap="none">
                <a:solidFill>
                  <a:srgbClr val="02B3E4"/>
                </a:solidFill>
                <a:latin typeface="Open Sans Light"/>
                <a:ea typeface="Open Sans Light"/>
                <a:cs typeface="Open Sans Light"/>
                <a:sym typeface="Open Sans Light"/>
              </a:rPr>
              <a:t>Vulnerabilities and remediation</a:t>
            </a:r>
            <a:endParaRPr/>
          </a:p>
        </p:txBody>
      </p:sp>
      <p:graphicFrame>
        <p:nvGraphicFramePr>
          <p:cNvPr id="292" name="Google Shape;292;p26"/>
          <p:cNvGraphicFramePr/>
          <p:nvPr>
            <p:extLst>
              <p:ext uri="{D42A27DB-BD31-4B8C-83A1-F6EECF244321}">
                <p14:modId xmlns:p14="http://schemas.microsoft.com/office/powerpoint/2010/main" val="1311395584"/>
              </p:ext>
            </p:extLst>
          </p:nvPr>
        </p:nvGraphicFramePr>
        <p:xfrm>
          <a:off x="381000" y="1664678"/>
          <a:ext cx="6243225" cy="6236942"/>
        </p:xfrm>
        <a:graphic>
          <a:graphicData uri="http://schemas.openxmlformats.org/drawingml/2006/table">
            <a:tbl>
              <a:tblPr>
                <a:noFill/>
                <a:tableStyleId>{26DBA037-5822-4F53-A53A-243C1EEF8FA9}</a:tableStyleId>
              </a:tblPr>
              <a:tblGrid>
                <a:gridCol w="6243225">
                  <a:extLst>
                    <a:ext uri="{9D8B030D-6E8A-4147-A177-3AD203B41FA5}">
                      <a16:colId xmlns:a16="http://schemas.microsoft.com/office/drawing/2014/main" val="20000"/>
                    </a:ext>
                  </a:extLst>
                </a:gridCol>
              </a:tblGrid>
              <a:tr h="652144">
                <a:tc>
                  <a:txBody>
                    <a:bodyPr/>
                    <a:lstStyle/>
                    <a:p>
                      <a:pPr marL="0" marR="0" lvl="0" indent="0" algn="ctr" rtl="0">
                        <a:lnSpc>
                          <a:spcPct val="115000"/>
                        </a:lnSpc>
                        <a:spcBef>
                          <a:spcPts val="0"/>
                        </a:spcBef>
                        <a:spcAft>
                          <a:spcPts val="0"/>
                        </a:spcAft>
                        <a:buClr>
                          <a:srgbClr val="000000"/>
                        </a:buClr>
                        <a:buSzPts val="1600"/>
                        <a:buFont typeface="Arial"/>
                        <a:buNone/>
                      </a:pPr>
                      <a:r>
                        <a:rPr lang="en" sz="2400" b="1" u="none" strike="noStrike" cap="none" dirty="0">
                          <a:solidFill>
                            <a:schemeClr val="tx1"/>
                          </a:solidFill>
                          <a:latin typeface="Open Sans"/>
                          <a:ea typeface="Open Sans"/>
                          <a:cs typeface="Open Sans"/>
                          <a:sym typeface="Open Sans"/>
                        </a:rPr>
                        <a:t>1. </a:t>
                      </a:r>
                      <a:r>
                        <a:rPr lang="en-IN" sz="2400" b="1" dirty="0">
                          <a:solidFill>
                            <a:schemeClr val="tx1"/>
                          </a:solidFill>
                        </a:rPr>
                        <a:t>Broken Authentication</a:t>
                      </a:r>
                      <a:endParaRPr sz="2400" b="1" u="none" strike="noStrike" cap="none" dirty="0">
                        <a:solidFill>
                          <a:schemeClr val="tx1"/>
                        </a:solidFill>
                        <a:latin typeface="Open Sans"/>
                        <a:ea typeface="Open Sans"/>
                        <a:cs typeface="Open Sans"/>
                        <a:sym typeface="Open Sans"/>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479718">
                <a:tc>
                  <a:txBody>
                    <a:bodyPr/>
                    <a:lstStyle/>
                    <a:p>
                      <a:pPr marL="0" marR="0" lvl="0" indent="0" algn="l" rtl="0">
                        <a:lnSpc>
                          <a:spcPct val="100000"/>
                        </a:lnSpc>
                        <a:spcBef>
                          <a:spcPts val="0"/>
                        </a:spcBef>
                        <a:spcAft>
                          <a:spcPts val="0"/>
                        </a:spcAft>
                        <a:buClr>
                          <a:srgbClr val="000000"/>
                        </a:buClr>
                        <a:buSzPts val="1600"/>
                        <a:buFont typeface="Arial"/>
                        <a:buNone/>
                      </a:pPr>
                      <a:r>
                        <a:rPr lang="en" sz="2000" b="1" u="none" strike="noStrike" cap="none" dirty="0">
                          <a:solidFill>
                            <a:schemeClr val="tx1"/>
                          </a:solidFill>
                          <a:latin typeface="Open Sans"/>
                          <a:ea typeface="Open Sans"/>
                          <a:cs typeface="Open Sans"/>
                          <a:sym typeface="Open Sans"/>
                        </a:rPr>
                        <a:t>Description</a:t>
                      </a:r>
                      <a:endParaRPr sz="2000" b="1" i="1" u="none" strike="noStrike" cap="none" dirty="0">
                        <a:solidFill>
                          <a:schemeClr val="tx1"/>
                        </a:solidFill>
                        <a:latin typeface="Open Sans Light"/>
                        <a:ea typeface="Open Sans Light"/>
                        <a:cs typeface="Open Sans Light"/>
                        <a:sym typeface="Open Sans Light"/>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1371600">
                <a:tc>
                  <a:txBody>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rgbClr val="000000"/>
                          </a:solidFill>
                          <a:effectLst/>
                          <a:latin typeface="Arial"/>
                          <a:ea typeface="Arial"/>
                          <a:cs typeface="Arial"/>
                          <a:sym typeface="Arial"/>
                        </a:rPr>
                        <a:t>This vulnerability happens when API endpoints that handle authentication, like login or token generation, are not securely designed. For instance, using predictable tokens, missing rate limits, or not validating sessions correctly can lead to weaknesses. </a:t>
                      </a:r>
                      <a:br>
                        <a:rPr lang="en-US" sz="1800" dirty="0"/>
                      </a:br>
                      <a:endParaRPr sz="1800" i="1" u="none" strike="noStrike" cap="none" dirty="0">
                        <a:solidFill>
                          <a:srgbClr val="525C65"/>
                        </a:solidFill>
                        <a:latin typeface="Open Sans Light"/>
                        <a:ea typeface="Open Sans Light"/>
                        <a:cs typeface="Open Sans Light"/>
                        <a:sym typeface="Open Sans Light"/>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566558">
                <a:tc>
                  <a:txBody>
                    <a:bodyPr/>
                    <a:lstStyle/>
                    <a:p>
                      <a:pPr marL="0" marR="0" lvl="0" indent="0" algn="l" rtl="0">
                        <a:lnSpc>
                          <a:spcPct val="100000"/>
                        </a:lnSpc>
                        <a:spcBef>
                          <a:spcPts val="0"/>
                        </a:spcBef>
                        <a:spcAft>
                          <a:spcPts val="0"/>
                        </a:spcAft>
                        <a:buClr>
                          <a:srgbClr val="000000"/>
                        </a:buClr>
                        <a:buSzPts val="1600"/>
                        <a:buFont typeface="Arial"/>
                        <a:buNone/>
                      </a:pPr>
                      <a:r>
                        <a:rPr lang="en" sz="2000" b="1" u="none" strike="noStrike" cap="none" dirty="0">
                          <a:solidFill>
                            <a:schemeClr val="tx1"/>
                          </a:solidFill>
                          <a:latin typeface="Open Sans"/>
                          <a:ea typeface="Open Sans"/>
                          <a:cs typeface="Open Sans"/>
                          <a:sym typeface="Open Sans"/>
                        </a:rPr>
                        <a:t>Risk</a:t>
                      </a:r>
                      <a:endParaRPr sz="2000" b="1" u="none" strike="noStrike" cap="none" dirty="0">
                        <a:solidFill>
                          <a:schemeClr val="tx1"/>
                        </a:solidFill>
                        <a:latin typeface="Open Sans"/>
                        <a:ea typeface="Open Sans"/>
                        <a:cs typeface="Open Sans"/>
                        <a:sym typeface="Open Sans"/>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1276152">
                <a:tc>
                  <a:txBody>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rgbClr val="000000"/>
                          </a:solidFill>
                          <a:effectLst/>
                          <a:latin typeface="Arial"/>
                          <a:ea typeface="Arial"/>
                          <a:cs typeface="Arial"/>
                          <a:sym typeface="Arial"/>
                        </a:rPr>
                        <a:t>Attackers could impersonate real users or administrators by stealing or creating access tokens. This could result in data being exposed or unauthorized actions, like transferring funds or changing customer profiles.</a:t>
                      </a:r>
                      <a:endParaRPr sz="1800" i="1" u="none" strike="noStrike" cap="none" dirty="0">
                        <a:solidFill>
                          <a:srgbClr val="525C65"/>
                        </a:solidFill>
                        <a:latin typeface="Open Sans Light"/>
                        <a:ea typeface="Open Sans Light"/>
                        <a:cs typeface="Open Sans Light"/>
                        <a:sym typeface="Open Sans Light"/>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566558">
                <a:tc>
                  <a:txBody>
                    <a:bodyPr/>
                    <a:lstStyle/>
                    <a:p>
                      <a:pPr marL="0" marR="0" lvl="0" indent="0" algn="l" rtl="0">
                        <a:lnSpc>
                          <a:spcPct val="100000"/>
                        </a:lnSpc>
                        <a:spcBef>
                          <a:spcPts val="0"/>
                        </a:spcBef>
                        <a:spcAft>
                          <a:spcPts val="0"/>
                        </a:spcAft>
                        <a:buClr>
                          <a:srgbClr val="000000"/>
                        </a:buClr>
                        <a:buSzPts val="1600"/>
                        <a:buFont typeface="Arial"/>
                        <a:buNone/>
                      </a:pPr>
                      <a:r>
                        <a:rPr lang="en" sz="2000" b="1" u="none" strike="noStrike" cap="none" dirty="0">
                          <a:solidFill>
                            <a:schemeClr val="tx1"/>
                          </a:solidFill>
                          <a:latin typeface="Open Sans"/>
                          <a:ea typeface="Open Sans"/>
                          <a:cs typeface="Open Sans"/>
                          <a:sym typeface="Open Sans"/>
                        </a:rPr>
                        <a:t>Remediation</a:t>
                      </a:r>
                      <a:endParaRPr sz="2000" b="1" i="1" u="none" strike="noStrike" cap="none" dirty="0">
                        <a:solidFill>
                          <a:schemeClr val="tx1"/>
                        </a:solidFill>
                        <a:latin typeface="Open Sans"/>
                        <a:ea typeface="Open Sans"/>
                        <a:cs typeface="Open Sans"/>
                        <a:sym typeface="Open Sans"/>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1284782">
                <a:tc>
                  <a:txBody>
                    <a:bodyPr/>
                    <a:lstStyle/>
                    <a:p>
                      <a:pPr marL="285750" marR="0" lvl="0" indent="-285750" algn="l" rtl="0">
                        <a:lnSpc>
                          <a:spcPct val="100000"/>
                        </a:lnSpc>
                        <a:spcBef>
                          <a:spcPts val="0"/>
                        </a:spcBef>
                        <a:spcAft>
                          <a:spcPts val="0"/>
                        </a:spcAft>
                        <a:buClr>
                          <a:srgbClr val="000000"/>
                        </a:buClr>
                        <a:buSzPts val="1600"/>
                        <a:buFont typeface="Arial" panose="020B0604020202020204" pitchFamily="34" charset="0"/>
                        <a:buChar char="•"/>
                      </a:pPr>
                      <a:r>
                        <a:rPr lang="en-US" sz="1400" b="0" i="0" u="none" strike="noStrike" cap="none" dirty="0">
                          <a:solidFill>
                            <a:srgbClr val="000000"/>
                          </a:solidFill>
                          <a:effectLst/>
                          <a:latin typeface="Arial"/>
                          <a:ea typeface="Arial"/>
                          <a:cs typeface="Arial"/>
                          <a:sym typeface="Arial"/>
                        </a:rPr>
                        <a:t> Implement strong authentication methods such as OAuth 2.0 or OpenID Connect. </a:t>
                      </a:r>
                    </a:p>
                    <a:p>
                      <a:pPr marL="285750" marR="0" lvl="0" indent="-285750" algn="l" rtl="0">
                        <a:lnSpc>
                          <a:spcPct val="100000"/>
                        </a:lnSpc>
                        <a:spcBef>
                          <a:spcPts val="0"/>
                        </a:spcBef>
                        <a:spcAft>
                          <a:spcPts val="0"/>
                        </a:spcAft>
                        <a:buClr>
                          <a:srgbClr val="000000"/>
                        </a:buClr>
                        <a:buSzPts val="1600"/>
                        <a:buFont typeface="Arial" panose="020B0604020202020204" pitchFamily="34" charset="0"/>
                        <a:buChar char="•"/>
                      </a:pPr>
                      <a:r>
                        <a:rPr lang="en-US" sz="1400" b="0" i="0" u="none" strike="noStrike" cap="none" dirty="0">
                          <a:solidFill>
                            <a:srgbClr val="000000"/>
                          </a:solidFill>
                          <a:effectLst/>
                          <a:latin typeface="Arial"/>
                          <a:ea typeface="Arial"/>
                          <a:cs typeface="Arial"/>
                          <a:sym typeface="Arial"/>
                        </a:rPr>
                        <a:t>Use short-lived access tokens and secure refresh token rotation. </a:t>
                      </a:r>
                    </a:p>
                    <a:p>
                      <a:pPr marL="285750" marR="0" lvl="0" indent="-285750" algn="l" rtl="0">
                        <a:lnSpc>
                          <a:spcPct val="100000"/>
                        </a:lnSpc>
                        <a:spcBef>
                          <a:spcPts val="0"/>
                        </a:spcBef>
                        <a:spcAft>
                          <a:spcPts val="0"/>
                        </a:spcAft>
                        <a:buClr>
                          <a:srgbClr val="000000"/>
                        </a:buClr>
                        <a:buSzPts val="1600"/>
                        <a:buFont typeface="Arial" panose="020B0604020202020204" pitchFamily="34" charset="0"/>
                        <a:buChar char="•"/>
                      </a:pPr>
                      <a:r>
                        <a:rPr lang="en-US" sz="1400" b="0" i="0" u="none" strike="noStrike" cap="none" dirty="0">
                          <a:solidFill>
                            <a:srgbClr val="000000"/>
                          </a:solidFill>
                          <a:effectLst/>
                          <a:latin typeface="Arial"/>
                          <a:ea typeface="Arial"/>
                          <a:cs typeface="Arial"/>
                          <a:sym typeface="Arial"/>
                        </a:rPr>
                        <a:t>Apply rate limiting and IP throttling to stop brute-force attacks. </a:t>
                      </a:r>
                    </a:p>
                    <a:p>
                      <a:pPr marL="285750" marR="0" lvl="0" indent="-285750" algn="l" rtl="0">
                        <a:lnSpc>
                          <a:spcPct val="100000"/>
                        </a:lnSpc>
                        <a:spcBef>
                          <a:spcPts val="0"/>
                        </a:spcBef>
                        <a:spcAft>
                          <a:spcPts val="0"/>
                        </a:spcAft>
                        <a:buClr>
                          <a:srgbClr val="000000"/>
                        </a:buClr>
                        <a:buSzPts val="1600"/>
                        <a:buFont typeface="Arial" panose="020B0604020202020204" pitchFamily="34" charset="0"/>
                        <a:buChar char="•"/>
                      </a:pPr>
                      <a:r>
                        <a:rPr lang="en-US" sz="1400" b="0" i="0" u="none" strike="noStrike" cap="none" dirty="0">
                          <a:solidFill>
                            <a:srgbClr val="000000"/>
                          </a:solidFill>
                          <a:effectLst/>
                          <a:latin typeface="Arial"/>
                          <a:ea typeface="Arial"/>
                          <a:cs typeface="Arial"/>
                          <a:sym typeface="Arial"/>
                        </a:rPr>
                        <a:t>Enforce TLS (HTTPS) for all authentication-related endpoints.</a:t>
                      </a:r>
                      <a:endParaRPr sz="1600" i="1" u="none" strike="noStrike" cap="none" dirty="0">
                        <a:solidFill>
                          <a:srgbClr val="525C65"/>
                        </a:solidFill>
                        <a:latin typeface="Open Sans Light"/>
                        <a:ea typeface="Open Sans Light"/>
                        <a:cs typeface="Open Sans Light"/>
                        <a:sym typeface="Open Sans Light"/>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27"/>
          <p:cNvSpPr txBox="1">
            <a:spLocks noGrp="1"/>
          </p:cNvSpPr>
          <p:nvPr>
            <p:ph type="title"/>
          </p:nvPr>
        </p:nvSpPr>
        <p:spPr>
          <a:xfrm>
            <a:off x="233775" y="791155"/>
            <a:ext cx="6390529" cy="1018091"/>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200"/>
              <a:buFont typeface="Open Sans Light"/>
              <a:buNone/>
            </a:pPr>
            <a:r>
              <a:rPr lang="en" sz="2824" b="0" i="0" u="none" strike="noStrike" cap="none">
                <a:solidFill>
                  <a:srgbClr val="02B3E4"/>
                </a:solidFill>
                <a:latin typeface="Open Sans Light"/>
                <a:ea typeface="Open Sans Light"/>
                <a:cs typeface="Open Sans Light"/>
                <a:sym typeface="Open Sans Light"/>
              </a:rPr>
              <a:t>Vulnerabilities and remediation</a:t>
            </a:r>
            <a:endParaRPr/>
          </a:p>
        </p:txBody>
      </p:sp>
      <p:graphicFrame>
        <p:nvGraphicFramePr>
          <p:cNvPr id="298" name="Google Shape;298;p27"/>
          <p:cNvGraphicFramePr/>
          <p:nvPr>
            <p:extLst>
              <p:ext uri="{D42A27DB-BD31-4B8C-83A1-F6EECF244321}">
                <p14:modId xmlns:p14="http://schemas.microsoft.com/office/powerpoint/2010/main" val="962723905"/>
              </p:ext>
            </p:extLst>
          </p:nvPr>
        </p:nvGraphicFramePr>
        <p:xfrm>
          <a:off x="233737" y="1661160"/>
          <a:ext cx="6390529" cy="7273255"/>
        </p:xfrm>
        <a:graphic>
          <a:graphicData uri="http://schemas.openxmlformats.org/drawingml/2006/table">
            <a:tbl>
              <a:tblPr>
                <a:noFill/>
                <a:tableStyleId>{26DBA037-5822-4F53-A53A-243C1EEF8FA9}</a:tableStyleId>
              </a:tblPr>
              <a:tblGrid>
                <a:gridCol w="6390529">
                  <a:extLst>
                    <a:ext uri="{9D8B030D-6E8A-4147-A177-3AD203B41FA5}">
                      <a16:colId xmlns:a16="http://schemas.microsoft.com/office/drawing/2014/main" val="20000"/>
                    </a:ext>
                  </a:extLst>
                </a:gridCol>
              </a:tblGrid>
              <a:tr h="562736">
                <a:tc>
                  <a:txBody>
                    <a:bodyPr/>
                    <a:lstStyle/>
                    <a:p>
                      <a:pPr marL="0" marR="0" lvl="0" indent="0" algn="ctr" rtl="0">
                        <a:lnSpc>
                          <a:spcPct val="115000"/>
                        </a:lnSpc>
                        <a:spcBef>
                          <a:spcPts val="0"/>
                        </a:spcBef>
                        <a:spcAft>
                          <a:spcPts val="0"/>
                        </a:spcAft>
                        <a:buClr>
                          <a:srgbClr val="000000"/>
                        </a:buClr>
                        <a:buSzPts val="1600"/>
                        <a:buFont typeface="Arial"/>
                        <a:buNone/>
                      </a:pPr>
                      <a:r>
                        <a:rPr lang="en" sz="2400" u="none" strike="noStrike" cap="none" dirty="0">
                          <a:solidFill>
                            <a:schemeClr val="tx1"/>
                          </a:solidFill>
                          <a:latin typeface="Open Sans"/>
                          <a:ea typeface="Open Sans"/>
                          <a:cs typeface="Open Sans"/>
                          <a:sym typeface="Open Sans"/>
                        </a:rPr>
                        <a:t>2. </a:t>
                      </a:r>
                      <a:r>
                        <a:rPr lang="en-IN" sz="2400" dirty="0">
                          <a:solidFill>
                            <a:schemeClr val="tx1"/>
                          </a:solidFill>
                        </a:rPr>
                        <a:t>Excessive Data Exposure</a:t>
                      </a:r>
                      <a:endParaRPr sz="2400" u="none" strike="noStrike" cap="none" dirty="0">
                        <a:solidFill>
                          <a:schemeClr val="tx1"/>
                        </a:solidFill>
                        <a:latin typeface="Open Sans"/>
                        <a:ea typeface="Open Sans"/>
                        <a:cs typeface="Open Sans"/>
                        <a:sym typeface="Open Sans"/>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635985">
                <a:tc>
                  <a:txBody>
                    <a:bodyPr/>
                    <a:lstStyle/>
                    <a:p>
                      <a:pPr marL="0" marR="0" lvl="0" indent="0" algn="l" rtl="0">
                        <a:lnSpc>
                          <a:spcPct val="100000"/>
                        </a:lnSpc>
                        <a:spcBef>
                          <a:spcPts val="0"/>
                        </a:spcBef>
                        <a:spcAft>
                          <a:spcPts val="0"/>
                        </a:spcAft>
                        <a:buClr>
                          <a:srgbClr val="000000"/>
                        </a:buClr>
                        <a:buSzPts val="1600"/>
                        <a:buFont typeface="Arial"/>
                        <a:buNone/>
                      </a:pPr>
                      <a:r>
                        <a:rPr lang="en" sz="2400" b="1" u="none" strike="noStrike" cap="none" dirty="0">
                          <a:solidFill>
                            <a:schemeClr val="tx1"/>
                          </a:solidFill>
                          <a:latin typeface="Open Sans"/>
                          <a:ea typeface="Open Sans"/>
                          <a:cs typeface="Open Sans"/>
                          <a:sym typeface="Open Sans"/>
                        </a:rPr>
                        <a:t>Description</a:t>
                      </a:r>
                      <a:endParaRPr sz="2400" b="1" i="1" u="none" strike="noStrike" cap="none" dirty="0">
                        <a:solidFill>
                          <a:schemeClr val="tx1"/>
                        </a:solidFill>
                        <a:latin typeface="Open Sans Light"/>
                        <a:ea typeface="Open Sans Light"/>
                        <a:cs typeface="Open Sans Light"/>
                        <a:sym typeface="Open Sans Light"/>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1397970">
                <a:tc>
                  <a:txBody>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rgbClr val="000000"/>
                          </a:solidFill>
                          <a:effectLst/>
                          <a:latin typeface="Arial"/>
                          <a:ea typeface="Arial"/>
                          <a:cs typeface="Arial"/>
                          <a:sym typeface="Arial"/>
                        </a:rPr>
                        <a:t>APIs often send back more data than needed, expecting clients to filter out the unwanted fields. This exposes sensitive user information, like personal IDs, transaction history, or wallet addresses, to anyone who can access the API.</a:t>
                      </a:r>
                      <a:endParaRPr sz="1800" i="1" u="none" strike="noStrike" cap="none" dirty="0">
                        <a:solidFill>
                          <a:srgbClr val="525C65"/>
                        </a:solidFill>
                        <a:latin typeface="Open Sans Light"/>
                        <a:ea typeface="Open Sans Light"/>
                        <a:cs typeface="Open Sans Light"/>
                        <a:sym typeface="Open Sans Light"/>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562434">
                <a:tc>
                  <a:txBody>
                    <a:bodyPr/>
                    <a:lstStyle/>
                    <a:p>
                      <a:pPr marL="0" marR="0" lvl="0" indent="0" algn="l" rtl="0">
                        <a:lnSpc>
                          <a:spcPct val="100000"/>
                        </a:lnSpc>
                        <a:spcBef>
                          <a:spcPts val="0"/>
                        </a:spcBef>
                        <a:spcAft>
                          <a:spcPts val="0"/>
                        </a:spcAft>
                        <a:buClr>
                          <a:srgbClr val="000000"/>
                        </a:buClr>
                        <a:buSzPts val="1600"/>
                        <a:buFont typeface="Arial"/>
                        <a:buNone/>
                      </a:pPr>
                      <a:r>
                        <a:rPr lang="en" sz="2000" b="1" u="none" strike="noStrike" cap="none" dirty="0">
                          <a:solidFill>
                            <a:schemeClr val="tx1"/>
                          </a:solidFill>
                          <a:latin typeface="Open Sans"/>
                          <a:ea typeface="Open Sans"/>
                          <a:cs typeface="Open Sans"/>
                          <a:sym typeface="Open Sans"/>
                        </a:rPr>
                        <a:t>Risk</a:t>
                      </a:r>
                      <a:endParaRPr sz="2000" b="1" u="none" strike="noStrike" cap="none" dirty="0">
                        <a:solidFill>
                          <a:schemeClr val="tx1"/>
                        </a:solidFill>
                        <a:latin typeface="Open Sans"/>
                        <a:ea typeface="Open Sans"/>
                        <a:cs typeface="Open Sans"/>
                        <a:sym typeface="Open Sans"/>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1518601">
                <a:tc>
                  <a:txBody>
                    <a:bodyPr/>
                    <a:lstStyle/>
                    <a:p>
                      <a:pPr marL="0" marR="0" lvl="0" indent="0" algn="l" rtl="0">
                        <a:lnSpc>
                          <a:spcPct val="100000"/>
                        </a:lnSpc>
                        <a:spcBef>
                          <a:spcPts val="0"/>
                        </a:spcBef>
                        <a:spcAft>
                          <a:spcPts val="0"/>
                        </a:spcAft>
                        <a:buClr>
                          <a:srgbClr val="000000"/>
                        </a:buClr>
                        <a:buSzPts val="1600"/>
                        <a:buFont typeface="Arial"/>
                        <a:buNone/>
                      </a:pPr>
                      <a:r>
                        <a:rPr lang="en-US" sz="1800" b="0" i="0" u="none" strike="noStrike" cap="none" dirty="0">
                          <a:solidFill>
                            <a:srgbClr val="000000"/>
                          </a:solidFill>
                          <a:effectLst/>
                          <a:latin typeface="Arial"/>
                          <a:ea typeface="Arial"/>
                          <a:cs typeface="Arial"/>
                          <a:sym typeface="Arial"/>
                        </a:rPr>
                        <a:t>Exposing unnecessary data might lead to privacy violations, data breaches, or exploitation by malicious third parties. This can harm user trust and violate data protection laws like GDPR.</a:t>
                      </a:r>
                      <a:endParaRPr sz="2000" i="1" u="none" strike="noStrike" cap="none" dirty="0">
                        <a:solidFill>
                          <a:srgbClr val="525C65"/>
                        </a:solidFill>
                        <a:latin typeface="Open Sans Light"/>
                        <a:ea typeface="Open Sans Light"/>
                        <a:cs typeface="Open Sans Light"/>
                        <a:sym typeface="Open Sans Light"/>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571163">
                <a:tc>
                  <a:txBody>
                    <a:bodyPr/>
                    <a:lstStyle/>
                    <a:p>
                      <a:pPr marL="0" marR="0" lvl="0" indent="0" algn="l" rtl="0">
                        <a:lnSpc>
                          <a:spcPct val="100000"/>
                        </a:lnSpc>
                        <a:spcBef>
                          <a:spcPts val="0"/>
                        </a:spcBef>
                        <a:spcAft>
                          <a:spcPts val="0"/>
                        </a:spcAft>
                        <a:buClr>
                          <a:srgbClr val="000000"/>
                        </a:buClr>
                        <a:buSzPts val="1600"/>
                        <a:buFont typeface="Arial"/>
                        <a:buNone/>
                      </a:pPr>
                      <a:r>
                        <a:rPr lang="en" sz="2400" b="1" u="none" strike="noStrike" cap="none" dirty="0">
                          <a:solidFill>
                            <a:schemeClr val="tx1"/>
                          </a:solidFill>
                          <a:latin typeface="Open Sans"/>
                          <a:ea typeface="Open Sans"/>
                          <a:cs typeface="Open Sans"/>
                          <a:sym typeface="Open Sans"/>
                        </a:rPr>
                        <a:t>Remediation</a:t>
                      </a:r>
                      <a:endParaRPr sz="2400" b="1" i="1" u="none" strike="noStrike" cap="none" dirty="0">
                        <a:solidFill>
                          <a:schemeClr val="tx1"/>
                        </a:solidFill>
                        <a:latin typeface="Open Sans"/>
                        <a:ea typeface="Open Sans"/>
                        <a:cs typeface="Open Sans"/>
                        <a:sym typeface="Open Sans"/>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2024366">
                <a:tc>
                  <a:txBody>
                    <a:bodyPr/>
                    <a:lstStyle/>
                    <a:p>
                      <a:pPr marL="285750" marR="0" lvl="0" indent="-285750" algn="l" rtl="0">
                        <a:lnSpc>
                          <a:spcPct val="100000"/>
                        </a:lnSpc>
                        <a:spcBef>
                          <a:spcPts val="0"/>
                        </a:spcBef>
                        <a:spcAft>
                          <a:spcPts val="0"/>
                        </a:spcAft>
                        <a:buClr>
                          <a:srgbClr val="000000"/>
                        </a:buClr>
                        <a:buSzPts val="1600"/>
                        <a:buFont typeface="Arial" panose="020B0604020202020204" pitchFamily="34" charset="0"/>
                        <a:buChar char="•"/>
                      </a:pPr>
                      <a:r>
                        <a:rPr lang="en-US" sz="1600" b="0" i="0" u="none" strike="noStrike" cap="none" dirty="0">
                          <a:solidFill>
                            <a:srgbClr val="000000"/>
                          </a:solidFill>
                          <a:effectLst/>
                          <a:latin typeface="Arial"/>
                          <a:ea typeface="Arial"/>
                          <a:cs typeface="Arial"/>
                          <a:sym typeface="Arial"/>
                        </a:rPr>
                        <a:t>Implement output data filtering on the server side and return only the necessary fields. </a:t>
                      </a:r>
                    </a:p>
                    <a:p>
                      <a:pPr marL="285750" marR="0" lvl="0" indent="-285750" algn="l" rtl="0">
                        <a:lnSpc>
                          <a:spcPct val="100000"/>
                        </a:lnSpc>
                        <a:spcBef>
                          <a:spcPts val="0"/>
                        </a:spcBef>
                        <a:spcAft>
                          <a:spcPts val="0"/>
                        </a:spcAft>
                        <a:buClr>
                          <a:srgbClr val="000000"/>
                        </a:buClr>
                        <a:buSzPts val="1600"/>
                        <a:buFont typeface="Arial" panose="020B0604020202020204" pitchFamily="34" charset="0"/>
                        <a:buChar char="•"/>
                      </a:pPr>
                      <a:r>
                        <a:rPr lang="en-US" sz="1600" b="0" i="0" u="none" strike="noStrike" cap="none" dirty="0">
                          <a:solidFill>
                            <a:srgbClr val="000000"/>
                          </a:solidFill>
                          <a:effectLst/>
                          <a:latin typeface="Arial"/>
                          <a:ea typeface="Arial"/>
                          <a:cs typeface="Arial"/>
                          <a:sym typeface="Arial"/>
                        </a:rPr>
                        <a:t>Apply object-level access controls so users can only access their own data. </a:t>
                      </a:r>
                    </a:p>
                    <a:p>
                      <a:pPr marL="285750" marR="0" lvl="0" indent="-285750" algn="l" rtl="0">
                        <a:lnSpc>
                          <a:spcPct val="100000"/>
                        </a:lnSpc>
                        <a:spcBef>
                          <a:spcPts val="0"/>
                        </a:spcBef>
                        <a:spcAft>
                          <a:spcPts val="0"/>
                        </a:spcAft>
                        <a:buClr>
                          <a:srgbClr val="000000"/>
                        </a:buClr>
                        <a:buSzPts val="1600"/>
                        <a:buFont typeface="Arial" panose="020B0604020202020204" pitchFamily="34" charset="0"/>
                        <a:buChar char="•"/>
                      </a:pPr>
                      <a:r>
                        <a:rPr lang="en-US" sz="1600" b="0" i="0" u="none" strike="noStrike" cap="none" dirty="0">
                          <a:solidFill>
                            <a:srgbClr val="000000"/>
                          </a:solidFill>
                          <a:effectLst/>
                          <a:latin typeface="Arial"/>
                          <a:ea typeface="Arial"/>
                          <a:cs typeface="Arial"/>
                          <a:sym typeface="Arial"/>
                        </a:rPr>
                        <a:t>Conduct audits of API responses to ensure no sensitive information is shared accidentally. </a:t>
                      </a:r>
                    </a:p>
                    <a:p>
                      <a:pPr marL="285750" marR="0" lvl="0" indent="-285750" algn="l" rtl="0">
                        <a:lnSpc>
                          <a:spcPct val="100000"/>
                        </a:lnSpc>
                        <a:spcBef>
                          <a:spcPts val="0"/>
                        </a:spcBef>
                        <a:spcAft>
                          <a:spcPts val="0"/>
                        </a:spcAft>
                        <a:buClr>
                          <a:srgbClr val="000000"/>
                        </a:buClr>
                        <a:buSzPts val="1600"/>
                        <a:buFont typeface="Arial" panose="020B0604020202020204" pitchFamily="34" charset="0"/>
                        <a:buChar char="•"/>
                      </a:pPr>
                      <a:r>
                        <a:rPr lang="en-US" sz="1600" b="0" i="0" u="none" strike="noStrike" cap="none" dirty="0">
                          <a:solidFill>
                            <a:srgbClr val="000000"/>
                          </a:solidFill>
                          <a:effectLst/>
                          <a:latin typeface="Arial"/>
                          <a:ea typeface="Arial"/>
                          <a:cs typeface="Arial"/>
                          <a:sym typeface="Arial"/>
                        </a:rPr>
                        <a:t> Encrypt sensitive data both during transmission and while stored.</a:t>
                      </a:r>
                      <a:endParaRPr sz="1800" i="1" u="none" strike="noStrike" cap="none" dirty="0">
                        <a:solidFill>
                          <a:srgbClr val="525C65"/>
                        </a:solidFill>
                        <a:latin typeface="Open Sans Light"/>
                        <a:ea typeface="Open Sans Light"/>
                        <a:cs typeface="Open Sans Light"/>
                        <a:sym typeface="Open Sans Light"/>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28"/>
          <p:cNvSpPr txBox="1">
            <a:spLocks noGrp="1"/>
          </p:cNvSpPr>
          <p:nvPr>
            <p:ph type="title"/>
          </p:nvPr>
        </p:nvSpPr>
        <p:spPr>
          <a:xfrm>
            <a:off x="233775" y="791155"/>
            <a:ext cx="6390529" cy="1018091"/>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200"/>
              <a:buFont typeface="Open Sans Light"/>
              <a:buNone/>
            </a:pPr>
            <a:r>
              <a:rPr lang="en" sz="2824" b="0" i="0" u="none" strike="noStrike" cap="none">
                <a:solidFill>
                  <a:srgbClr val="02B3E4"/>
                </a:solidFill>
                <a:latin typeface="Open Sans Light"/>
                <a:ea typeface="Open Sans Light"/>
                <a:cs typeface="Open Sans Light"/>
                <a:sym typeface="Open Sans Light"/>
              </a:rPr>
              <a:t>Vulnerabilities and remediation</a:t>
            </a:r>
            <a:endParaRPr/>
          </a:p>
        </p:txBody>
      </p:sp>
      <p:graphicFrame>
        <p:nvGraphicFramePr>
          <p:cNvPr id="304" name="Google Shape;304;p28"/>
          <p:cNvGraphicFramePr/>
          <p:nvPr>
            <p:extLst>
              <p:ext uri="{D42A27DB-BD31-4B8C-83A1-F6EECF244321}">
                <p14:modId xmlns:p14="http://schemas.microsoft.com/office/powerpoint/2010/main" val="2803301311"/>
              </p:ext>
            </p:extLst>
          </p:nvPr>
        </p:nvGraphicFramePr>
        <p:xfrm>
          <a:off x="243840" y="2123074"/>
          <a:ext cx="6380421" cy="6162526"/>
        </p:xfrm>
        <a:graphic>
          <a:graphicData uri="http://schemas.openxmlformats.org/drawingml/2006/table">
            <a:tbl>
              <a:tblPr>
                <a:noFill/>
                <a:tableStyleId>{26DBA037-5822-4F53-A53A-243C1EEF8FA9}</a:tableStyleId>
              </a:tblPr>
              <a:tblGrid>
                <a:gridCol w="6380421">
                  <a:extLst>
                    <a:ext uri="{9D8B030D-6E8A-4147-A177-3AD203B41FA5}">
                      <a16:colId xmlns:a16="http://schemas.microsoft.com/office/drawing/2014/main" val="20000"/>
                    </a:ext>
                  </a:extLst>
                </a:gridCol>
              </a:tblGrid>
              <a:tr h="466400">
                <a:tc>
                  <a:txBody>
                    <a:bodyPr/>
                    <a:lstStyle/>
                    <a:p>
                      <a:pPr marL="0" marR="0" lvl="0" indent="0" algn="ctr" rtl="0">
                        <a:lnSpc>
                          <a:spcPct val="115000"/>
                        </a:lnSpc>
                        <a:spcBef>
                          <a:spcPts val="0"/>
                        </a:spcBef>
                        <a:spcAft>
                          <a:spcPts val="0"/>
                        </a:spcAft>
                        <a:buClr>
                          <a:srgbClr val="000000"/>
                        </a:buClr>
                        <a:buSzPts val="1600"/>
                        <a:buFont typeface="Arial"/>
                        <a:buNone/>
                      </a:pPr>
                      <a:r>
                        <a:rPr lang="en" sz="1600" u="none" strike="noStrike" cap="none" dirty="0">
                          <a:solidFill>
                            <a:srgbClr val="525C65"/>
                          </a:solidFill>
                          <a:latin typeface="Open Sans"/>
                          <a:ea typeface="Open Sans"/>
                          <a:cs typeface="Open Sans"/>
                          <a:sym typeface="Open Sans"/>
                        </a:rPr>
                        <a:t>3. </a:t>
                      </a:r>
                      <a:r>
                        <a:rPr lang="en-US" sz="1600" dirty="0"/>
                        <a:t>Lack of Rate Limiting and Input Validation</a:t>
                      </a:r>
                      <a:endParaRPr sz="1600" u="none" strike="noStrike" cap="none" dirty="0">
                        <a:solidFill>
                          <a:srgbClr val="525C65"/>
                        </a:solidFill>
                        <a:latin typeface="Open Sans"/>
                        <a:ea typeface="Open Sans"/>
                        <a:cs typeface="Open Sans"/>
                        <a:sym typeface="Open Sans"/>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403375">
                <a:tc>
                  <a:txBody>
                    <a:bodyPr/>
                    <a:lstStyle/>
                    <a:p>
                      <a:pPr marL="0" marR="0" lvl="0" indent="0" algn="l" rtl="0">
                        <a:lnSpc>
                          <a:spcPct val="100000"/>
                        </a:lnSpc>
                        <a:spcBef>
                          <a:spcPts val="0"/>
                        </a:spcBef>
                        <a:spcAft>
                          <a:spcPts val="0"/>
                        </a:spcAft>
                        <a:buClr>
                          <a:srgbClr val="000000"/>
                        </a:buClr>
                        <a:buSzPts val="1600"/>
                        <a:buFont typeface="Arial"/>
                        <a:buNone/>
                      </a:pPr>
                      <a:r>
                        <a:rPr lang="en" sz="2000" b="1" u="none" strike="noStrike" cap="none" dirty="0">
                          <a:solidFill>
                            <a:schemeClr val="tx1"/>
                          </a:solidFill>
                          <a:latin typeface="Open Sans"/>
                          <a:ea typeface="Open Sans"/>
                          <a:cs typeface="Open Sans"/>
                          <a:sym typeface="Open Sans"/>
                        </a:rPr>
                        <a:t>Description</a:t>
                      </a:r>
                      <a:endParaRPr sz="2000" b="1" i="1" u="none" strike="noStrike" cap="none" dirty="0">
                        <a:solidFill>
                          <a:schemeClr val="tx1"/>
                        </a:solidFill>
                        <a:latin typeface="Open Sans Light"/>
                        <a:ea typeface="Open Sans Light"/>
                        <a:cs typeface="Open Sans Light"/>
                        <a:sym typeface="Open Sans Light"/>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1158650">
                <a:tc>
                  <a:txBody>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chemeClr val="tx1"/>
                          </a:solidFill>
                          <a:effectLst/>
                          <a:latin typeface="Arial"/>
                          <a:ea typeface="Arial"/>
                          <a:cs typeface="Arial"/>
                          <a:sym typeface="Arial"/>
                        </a:rPr>
                        <a:t>If an API allows unlimited requests or does not validate input correctly, attackers can take advantage by sending excessive traffic, leading to denial-of-service attacks, or injecting harmful payloads, such as JSON or command injections.</a:t>
                      </a:r>
                      <a:endParaRPr sz="1800" i="1" u="none" strike="noStrike" cap="none" dirty="0">
                        <a:solidFill>
                          <a:schemeClr val="tx1"/>
                        </a:solidFill>
                        <a:latin typeface="Open Sans Light"/>
                        <a:ea typeface="Open Sans Light"/>
                        <a:cs typeface="Open Sans Light"/>
                        <a:sym typeface="Open Sans Light"/>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403375">
                <a:tc>
                  <a:txBody>
                    <a:bodyPr/>
                    <a:lstStyle/>
                    <a:p>
                      <a:pPr marL="0" marR="0" lvl="0" indent="0" algn="l" rtl="0">
                        <a:lnSpc>
                          <a:spcPct val="100000"/>
                        </a:lnSpc>
                        <a:spcBef>
                          <a:spcPts val="0"/>
                        </a:spcBef>
                        <a:spcAft>
                          <a:spcPts val="0"/>
                        </a:spcAft>
                        <a:buClr>
                          <a:srgbClr val="000000"/>
                        </a:buClr>
                        <a:buSzPts val="1600"/>
                        <a:buFont typeface="Arial"/>
                        <a:buNone/>
                      </a:pPr>
                      <a:r>
                        <a:rPr lang="en" sz="2000" b="1" u="none" strike="noStrike" cap="none" dirty="0">
                          <a:solidFill>
                            <a:schemeClr val="tx1"/>
                          </a:solidFill>
                          <a:latin typeface="Open Sans"/>
                          <a:ea typeface="Open Sans"/>
                          <a:cs typeface="Open Sans"/>
                          <a:sym typeface="Open Sans"/>
                        </a:rPr>
                        <a:t>Risk</a:t>
                      </a:r>
                      <a:endParaRPr sz="2000" b="1" u="none" strike="noStrike" cap="none" dirty="0">
                        <a:solidFill>
                          <a:schemeClr val="tx1"/>
                        </a:solidFill>
                        <a:latin typeface="Open Sans"/>
                        <a:ea typeface="Open Sans"/>
                        <a:cs typeface="Open Sans"/>
                        <a:sym typeface="Open Sans"/>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1026956">
                <a:tc>
                  <a:txBody>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rgbClr val="000000"/>
                          </a:solidFill>
                          <a:effectLst/>
                          <a:latin typeface="Arial"/>
                          <a:ea typeface="Arial"/>
                          <a:cs typeface="Arial"/>
                          <a:sym typeface="Arial"/>
                        </a:rPr>
                        <a:t>This can cause system outages, data corruption, or jeopardize API availability, which directly impacts CryptoV4ult’s user experience and reputation.</a:t>
                      </a:r>
                      <a:endParaRPr sz="1800" i="1" u="none" strike="noStrike" cap="none" dirty="0">
                        <a:solidFill>
                          <a:srgbClr val="525C65"/>
                        </a:solidFill>
                        <a:latin typeface="Open Sans Light"/>
                        <a:ea typeface="Open Sans Light"/>
                        <a:cs typeface="Open Sans Light"/>
                        <a:sym typeface="Open Sans Light"/>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403375">
                <a:tc>
                  <a:txBody>
                    <a:bodyPr/>
                    <a:lstStyle/>
                    <a:p>
                      <a:pPr marL="0" marR="0" lvl="0" indent="0" algn="l" rtl="0">
                        <a:lnSpc>
                          <a:spcPct val="100000"/>
                        </a:lnSpc>
                        <a:spcBef>
                          <a:spcPts val="0"/>
                        </a:spcBef>
                        <a:spcAft>
                          <a:spcPts val="0"/>
                        </a:spcAft>
                        <a:buClr>
                          <a:srgbClr val="000000"/>
                        </a:buClr>
                        <a:buSzPts val="1600"/>
                        <a:buFont typeface="Arial"/>
                        <a:buNone/>
                      </a:pPr>
                      <a:r>
                        <a:rPr lang="en" sz="2000" b="1" u="none" strike="noStrike" cap="none" dirty="0">
                          <a:solidFill>
                            <a:schemeClr val="tx1"/>
                          </a:solidFill>
                          <a:latin typeface="Open Sans"/>
                          <a:ea typeface="Open Sans"/>
                          <a:cs typeface="Open Sans"/>
                          <a:sym typeface="Open Sans"/>
                        </a:rPr>
                        <a:t>Remediation</a:t>
                      </a:r>
                      <a:endParaRPr sz="2000" b="1" i="1" u="none" strike="noStrike" cap="none" dirty="0">
                        <a:solidFill>
                          <a:schemeClr val="tx1"/>
                        </a:solidFill>
                        <a:latin typeface="Open Sans"/>
                        <a:ea typeface="Open Sans"/>
                        <a:cs typeface="Open Sans"/>
                        <a:sym typeface="Open Sans"/>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918850">
                <a:tc>
                  <a:txBody>
                    <a:bodyPr/>
                    <a:lstStyle/>
                    <a:p>
                      <a:pPr marL="285750" marR="0" lvl="0" indent="-285750" algn="l" rtl="0">
                        <a:lnSpc>
                          <a:spcPct val="100000"/>
                        </a:lnSpc>
                        <a:spcBef>
                          <a:spcPts val="0"/>
                        </a:spcBef>
                        <a:spcAft>
                          <a:spcPts val="0"/>
                        </a:spcAft>
                        <a:buClr>
                          <a:srgbClr val="000000"/>
                        </a:buClr>
                        <a:buSzPts val="1600"/>
                        <a:buFont typeface="Arial" panose="020B0604020202020204" pitchFamily="34" charset="0"/>
                        <a:buChar char="•"/>
                      </a:pPr>
                      <a:r>
                        <a:rPr lang="en-IN" sz="1600" b="0" i="0" u="none" strike="noStrike" cap="none" dirty="0">
                          <a:solidFill>
                            <a:schemeClr val="tx1"/>
                          </a:solidFill>
                          <a:effectLst/>
                          <a:latin typeface="Arial"/>
                          <a:ea typeface="Arial"/>
                          <a:cs typeface="Arial"/>
                          <a:sym typeface="Arial"/>
                        </a:rPr>
                        <a:t>Enforce rate limiting, request throttling, and CAPTCHA for suspicious patterns. </a:t>
                      </a:r>
                    </a:p>
                    <a:p>
                      <a:pPr marL="285750" marR="0" lvl="0" indent="-285750" algn="l" rtl="0">
                        <a:lnSpc>
                          <a:spcPct val="100000"/>
                        </a:lnSpc>
                        <a:spcBef>
                          <a:spcPts val="0"/>
                        </a:spcBef>
                        <a:spcAft>
                          <a:spcPts val="0"/>
                        </a:spcAft>
                        <a:buClr>
                          <a:srgbClr val="000000"/>
                        </a:buClr>
                        <a:buSzPts val="1600"/>
                        <a:buFont typeface="Arial" panose="020B0604020202020204" pitchFamily="34" charset="0"/>
                        <a:buChar char="•"/>
                      </a:pPr>
                      <a:r>
                        <a:rPr lang="en-IN" sz="1600" b="0" i="0" u="none" strike="noStrike" cap="none" dirty="0">
                          <a:solidFill>
                            <a:schemeClr val="tx1"/>
                          </a:solidFill>
                          <a:effectLst/>
                          <a:latin typeface="Arial"/>
                          <a:ea typeface="Arial"/>
                          <a:cs typeface="Arial"/>
                          <a:sym typeface="Arial"/>
                        </a:rPr>
                        <a:t>Implement input validation and sanitization for all API parameters and payloads. </a:t>
                      </a:r>
                    </a:p>
                    <a:p>
                      <a:pPr marL="285750" marR="0" lvl="0" indent="-285750" algn="l" rtl="0">
                        <a:lnSpc>
                          <a:spcPct val="100000"/>
                        </a:lnSpc>
                        <a:spcBef>
                          <a:spcPts val="0"/>
                        </a:spcBef>
                        <a:spcAft>
                          <a:spcPts val="0"/>
                        </a:spcAft>
                        <a:buClr>
                          <a:srgbClr val="000000"/>
                        </a:buClr>
                        <a:buSzPts val="1600"/>
                        <a:buFont typeface="Arial" panose="020B0604020202020204" pitchFamily="34" charset="0"/>
                        <a:buChar char="•"/>
                      </a:pPr>
                      <a:r>
                        <a:rPr lang="en-IN" sz="1600" b="0" i="0" u="none" strike="noStrike" cap="none" dirty="0">
                          <a:solidFill>
                            <a:schemeClr val="tx1"/>
                          </a:solidFill>
                          <a:effectLst/>
                          <a:latin typeface="Arial"/>
                          <a:ea typeface="Arial"/>
                          <a:cs typeface="Arial"/>
                          <a:sym typeface="Arial"/>
                        </a:rPr>
                        <a:t>Deploy Web Application Firewall (WAF) or API Gateway rules to block unusual request </a:t>
                      </a:r>
                      <a:r>
                        <a:rPr lang="en-IN" sz="1600" b="0" i="0" u="none" strike="noStrike" cap="none" dirty="0" err="1">
                          <a:solidFill>
                            <a:schemeClr val="tx1"/>
                          </a:solidFill>
                          <a:effectLst/>
                          <a:latin typeface="Arial"/>
                          <a:ea typeface="Arial"/>
                          <a:cs typeface="Arial"/>
                          <a:sym typeface="Arial"/>
                        </a:rPr>
                        <a:t>behavior</a:t>
                      </a:r>
                      <a:r>
                        <a:rPr lang="en-IN" sz="1600" b="0" i="0" u="none" strike="noStrike" cap="none" dirty="0">
                          <a:solidFill>
                            <a:schemeClr val="tx1"/>
                          </a:solidFill>
                          <a:effectLst/>
                          <a:latin typeface="Arial"/>
                          <a:ea typeface="Arial"/>
                          <a:cs typeface="Arial"/>
                          <a:sym typeface="Arial"/>
                        </a:rPr>
                        <a:t>.</a:t>
                      </a:r>
                    </a:p>
                    <a:p>
                      <a:pPr marL="285750" marR="0" lvl="0" indent="-285750" algn="l" rtl="0">
                        <a:lnSpc>
                          <a:spcPct val="100000"/>
                        </a:lnSpc>
                        <a:spcBef>
                          <a:spcPts val="0"/>
                        </a:spcBef>
                        <a:spcAft>
                          <a:spcPts val="0"/>
                        </a:spcAft>
                        <a:buClr>
                          <a:srgbClr val="000000"/>
                        </a:buClr>
                        <a:buSzPts val="1600"/>
                        <a:buFont typeface="Arial" panose="020B0604020202020204" pitchFamily="34" charset="0"/>
                        <a:buChar char="•"/>
                      </a:pPr>
                      <a:r>
                        <a:rPr lang="en-IN" sz="1600" b="0" i="0" u="none" strike="noStrike" cap="none" dirty="0">
                          <a:solidFill>
                            <a:schemeClr val="tx1"/>
                          </a:solidFill>
                          <a:effectLst/>
                          <a:latin typeface="Arial"/>
                          <a:ea typeface="Arial"/>
                          <a:cs typeface="Arial"/>
                          <a:sym typeface="Arial"/>
                        </a:rPr>
                        <a:t>Monitor logs for misuse and automatically blacklist harmful IP addresses</a:t>
                      </a:r>
                      <a:endParaRPr sz="1800" i="1" u="none" strike="noStrike" cap="none" dirty="0">
                        <a:solidFill>
                          <a:schemeClr val="tx1"/>
                        </a:solidFill>
                        <a:latin typeface="Open Sans Light"/>
                        <a:ea typeface="Open Sans Light"/>
                        <a:cs typeface="Open Sans Light"/>
                        <a:sym typeface="Open Sans Light"/>
                      </a:endParaRPr>
                    </a:p>
                  </a:txBody>
                  <a:tcPr marL="80675" marR="80675" marT="80675" marB="8067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theme/theme1.xml><?xml version="1.0" encoding="utf-8"?>
<a:theme xmlns:a="http://schemas.openxmlformats.org/drawingml/2006/main" name="Banded">
  <a:themeElements>
    <a:clrScheme name="Banded">
      <a:dk1>
        <a:srgbClr val="2C2C2C"/>
      </a:dk1>
      <a:lt1>
        <a:srgbClr val="FFFFFF"/>
      </a:lt1>
      <a:dk2>
        <a:srgbClr val="099BDD"/>
      </a:dk2>
      <a:lt2>
        <a:srgbClr val="F2F2F2"/>
      </a:lt2>
      <a:accent1>
        <a:srgbClr val="FFC000"/>
      </a:accent1>
      <a:accent2>
        <a:srgbClr val="A5D028"/>
      </a:accent2>
      <a:accent3>
        <a:srgbClr val="08CC78"/>
      </a:accent3>
      <a:accent4>
        <a:srgbClr val="F24099"/>
      </a:accent4>
      <a:accent5>
        <a:srgbClr val="828288"/>
      </a:accent5>
      <a:accent6>
        <a:srgbClr val="F56617"/>
      </a:accent6>
      <a:hlink>
        <a:srgbClr val="005DBA"/>
      </a:hlink>
      <a:folHlink>
        <a:srgbClr val="6C606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2086</Words>
  <Application>Microsoft Office PowerPoint</Application>
  <PresentationFormat>On-screen Show (4:3)</PresentationFormat>
  <Paragraphs>192</Paragraphs>
  <Slides>23</Slides>
  <Notes>23</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23</vt:i4>
      </vt:variant>
    </vt:vector>
  </HeadingPairs>
  <TitlesOfParts>
    <vt:vector size="33" baseType="lpstr">
      <vt:lpstr>Noto Sans Symbols</vt:lpstr>
      <vt:lpstr>Corbel</vt:lpstr>
      <vt:lpstr>Open Sans Light</vt:lpstr>
      <vt:lpstr>Open Sans</vt:lpstr>
      <vt:lpstr>Helvetica Neue</vt:lpstr>
      <vt:lpstr>Calibri</vt:lpstr>
      <vt:lpstr>Arial</vt:lpstr>
      <vt:lpstr>Open Sans Medium</vt:lpstr>
      <vt:lpstr>Banded</vt:lpstr>
      <vt:lpstr>Simple Light</vt:lpstr>
      <vt:lpstr>PowerPoint Presentation</vt:lpstr>
      <vt:lpstr>PowerPoint Presentation</vt:lpstr>
      <vt:lpstr>Overview</vt:lpstr>
      <vt:lpstr>PowerPoint Presentation</vt:lpstr>
      <vt:lpstr>Transitioning to Secure SDLC</vt:lpstr>
      <vt:lpstr>Transitioning to Secure SDLC</vt:lpstr>
      <vt:lpstr>Transitioning to Secure SDLC</vt:lpstr>
      <vt:lpstr>Advocating for Secure SDLC</vt:lpstr>
      <vt:lpstr>PowerPoint Presentation</vt:lpstr>
      <vt:lpstr>Vulnerabilities and remediation</vt:lpstr>
      <vt:lpstr>Vulnerabilities and remediation</vt:lpstr>
      <vt:lpstr>Vulnerabilities and remediation</vt:lpstr>
      <vt:lpstr>Vulnerabilities and remediation</vt:lpstr>
      <vt:lpstr>Create a threat Matrix</vt:lpstr>
      <vt:lpstr>Threat Matrix</vt:lpstr>
      <vt:lpstr>PowerPoint Presentation</vt:lpstr>
      <vt:lpstr>Trivy scan screenshot</vt:lpstr>
      <vt:lpstr>Report to Fix Container Issues</vt:lpstr>
      <vt:lpstr>PowerPoint Presentation</vt:lpstr>
      <vt:lpstr>API Security</vt:lpstr>
      <vt:lpstr>Vulnerabilities and remediation</vt:lpstr>
      <vt:lpstr>Vulnerabilities and remediation</vt:lpstr>
      <vt:lpstr>Vulnerabilities and remediation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Arnav Gupta</dc:creator>
  <cp:lastModifiedBy>Parakh Shinde</cp:lastModifiedBy>
  <cp:revision>1</cp:revision>
  <dcterms:created xsi:type="dcterms:W3CDTF">2024-12-31T07:43:09Z</dcterms:created>
  <dcterms:modified xsi:type="dcterms:W3CDTF">2025-10-31T17:21:23Z</dcterms:modified>
</cp:coreProperties>
</file>